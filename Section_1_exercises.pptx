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511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P_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5715000"/>
            <a:ext cx="889000" cy="88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P_BACKGROUND_ONL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387" y="12057"/>
            <a:ext cx="12637986" cy="68987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07252" y="4664026"/>
            <a:ext cx="7011880" cy="1620275"/>
          </a:xfrm>
          <a:prstGeom prst="roundRect">
            <a:avLst>
              <a:gd name="adj" fmla="val 13123"/>
            </a:avLst>
          </a:prstGeom>
          <a:solidFill>
            <a:srgbClr val="B6D8FB">
              <a:alpha val="84000"/>
            </a:srgbClr>
          </a:solidFill>
          <a:ln w="57150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Section 1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82" y="3052260"/>
            <a:ext cx="1219400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get to know each other!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397000"/>
            <a:ext cx="9906000" cy="4064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 Card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794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from Lecture: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793" y="2678576"/>
            <a:ext cx="1505413" cy="8658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732" y="2678576"/>
            <a:ext cx="2556537" cy="86584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435" y="2678576"/>
            <a:ext cx="2972131" cy="86584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98500" y="381000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not</a:t>
            </a:r>
            <a:endParaRPr lang="en-US" sz="300" dirty="0"/>
          </a:p>
        </p:txBody>
      </p:sp>
      <p:sp>
        <p:nvSpPr>
          <p:cNvPr id="7" name="Text 2"/>
          <p:cNvSpPr/>
          <p:nvPr/>
        </p:nvSpPr>
        <p:spPr>
          <a:xfrm>
            <a:off x="4445000" y="381000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</a:t>
            </a:r>
            <a:endParaRPr lang="en-US" sz="2800" dirty="0"/>
          </a:p>
        </p:txBody>
      </p:sp>
      <p:sp>
        <p:nvSpPr>
          <p:cNvPr id="8" name="Text 3"/>
          <p:cNvSpPr/>
          <p:nvPr/>
        </p:nvSpPr>
        <p:spPr>
          <a:xfrm>
            <a:off x="8191500" y="381000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7FF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and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1612" y="4011520"/>
            <a:ext cx="6722607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times it is easier to calculate </a:t>
            </a: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\P(E^c)</a:t>
            </a: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526451" y="2082005"/>
            <a:ext cx="5634908" cy="1630648"/>
          </a:xfrm>
          <a:prstGeom prst="roundRect">
            <a:avLst>
              <a:gd name="adj" fmla="val 10482"/>
            </a:avLst>
          </a:prstGeom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481" y="2607679"/>
            <a:ext cx="3291351" cy="6234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not</a:t>
            </a:r>
            <a:endParaRPr lang="en-US" sz="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635000"/>
            <a:ext cx="6699080" cy="2935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a die: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E: Rolling a 4. 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 of E: NOT rolling a 4.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456" y="2740430"/>
            <a:ext cx="4153165" cy="95898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849" y="1028258"/>
            <a:ext cx="1226873" cy="6392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767" y="833132"/>
            <a:ext cx="2556537" cy="8658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43973" y="-225897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767" y="833132"/>
            <a:ext cx="2556537" cy="8658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43973" y="-225897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3679193" y="1971708"/>
            <a:ext cx="48790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Mutually Exclusive?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767" y="833132"/>
            <a:ext cx="2556537" cy="8658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43973" y="-225897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</a:t>
            </a:r>
            <a:endParaRPr lang="en-US" sz="28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4619" y="2689799"/>
            <a:ext cx="2592725" cy="193955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79193" y="1971708"/>
            <a:ext cx="48790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Mutually Exclusive?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767" y="833132"/>
            <a:ext cx="2556537" cy="8658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43973" y="-225897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</a:t>
            </a:r>
            <a:endParaRPr lang="en-US" sz="28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4619" y="2689799"/>
            <a:ext cx="2592725" cy="193955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79193" y="1971708"/>
            <a:ext cx="48790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Mutually Exclusive?</a:t>
            </a:r>
            <a:endParaRPr lang="en-US" sz="3600" dirty="0"/>
          </a:p>
        </p:txBody>
      </p:sp>
      <p:sp>
        <p:nvSpPr>
          <p:cNvPr id="8" name="Text 3"/>
          <p:cNvSpPr/>
          <p:nvPr/>
        </p:nvSpPr>
        <p:spPr>
          <a:xfrm>
            <a:off x="2338012" y="2952635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yes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767" y="833132"/>
            <a:ext cx="2556537" cy="8658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43973" y="-225897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</a:t>
            </a:r>
            <a:endParaRPr lang="en-US" sz="28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4619" y="2689799"/>
            <a:ext cx="2592725" cy="193955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79193" y="1971708"/>
            <a:ext cx="48790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Mutually Exclusive?</a:t>
            </a:r>
            <a:endParaRPr lang="en-US" sz="3600" dirty="0"/>
          </a:p>
        </p:txBody>
      </p:sp>
      <p:sp>
        <p:nvSpPr>
          <p:cNvPr id="8" name="Shape 3"/>
          <p:cNvSpPr/>
          <p:nvPr/>
        </p:nvSpPr>
        <p:spPr>
          <a:xfrm>
            <a:off x="2444961" y="3480443"/>
            <a:ext cx="1594534" cy="1094742"/>
          </a:xfrm>
          <a:custGeom>
            <a:avLst/>
            <a:gdLst/>
            <a:ahLst/>
            <a:cxnLst/>
            <a:rect l="l" t="t" r="r" b="b"/>
            <a:pathLst>
              <a:path w="1594534" h="1094742">
                <a:moveTo>
                  <a:pt x="1592958" y="320045"/>
                </a:moveTo>
                <a:lnTo>
                  <a:pt x="1594534" y="320045"/>
                </a:lnTo>
                <a:lnTo>
                  <a:pt x="1591535" y="316945"/>
                </a:lnTo>
                <a:lnTo>
                  <a:pt x="1566576" y="297730"/>
                </a:lnTo>
                <a:lnTo>
                  <a:pt x="1546954" y="285987"/>
                </a:lnTo>
                <a:lnTo>
                  <a:pt x="1484531" y="248218"/>
                </a:lnTo>
                <a:lnTo>
                  <a:pt x="1456878" y="229867"/>
                </a:lnTo>
                <a:lnTo>
                  <a:pt x="1420939" y="204807"/>
                </a:lnTo>
                <a:lnTo>
                  <a:pt x="1345604" y="156007"/>
                </a:lnTo>
                <a:lnTo>
                  <a:pt x="1308242" y="131912"/>
                </a:lnTo>
                <a:lnTo>
                  <a:pt x="1240227" y="88856"/>
                </a:lnTo>
                <a:lnTo>
                  <a:pt x="1201085" y="64507"/>
                </a:lnTo>
                <a:lnTo>
                  <a:pt x="1168654" y="49664"/>
                </a:lnTo>
                <a:lnTo>
                  <a:pt x="1136476" y="36397"/>
                </a:lnTo>
                <a:lnTo>
                  <a:pt x="1105112" y="20892"/>
                </a:lnTo>
                <a:lnTo>
                  <a:pt x="1057583" y="6303"/>
                </a:lnTo>
                <a:lnTo>
                  <a:pt x="1013918" y="0"/>
                </a:lnTo>
                <a:lnTo>
                  <a:pt x="987129" y="0"/>
                </a:lnTo>
                <a:lnTo>
                  <a:pt x="956578" y="0"/>
                </a:lnTo>
                <a:lnTo>
                  <a:pt x="914996" y="0"/>
                </a:lnTo>
                <a:lnTo>
                  <a:pt x="872042" y="4372"/>
                </a:lnTo>
                <a:lnTo>
                  <a:pt x="839509" y="11031"/>
                </a:lnTo>
                <a:lnTo>
                  <a:pt x="800927" y="24400"/>
                </a:lnTo>
                <a:lnTo>
                  <a:pt x="753449" y="46563"/>
                </a:lnTo>
                <a:lnTo>
                  <a:pt x="722491" y="65524"/>
                </a:lnTo>
                <a:lnTo>
                  <a:pt x="683553" y="92465"/>
                </a:lnTo>
                <a:lnTo>
                  <a:pt x="645987" y="119509"/>
                </a:lnTo>
                <a:lnTo>
                  <a:pt x="610303" y="147569"/>
                </a:lnTo>
                <a:lnTo>
                  <a:pt x="568670" y="182135"/>
                </a:lnTo>
                <a:lnTo>
                  <a:pt x="535680" y="214719"/>
                </a:lnTo>
                <a:lnTo>
                  <a:pt x="503604" y="249438"/>
                </a:lnTo>
                <a:lnTo>
                  <a:pt x="475951" y="282581"/>
                </a:lnTo>
                <a:lnTo>
                  <a:pt x="426541" y="341751"/>
                </a:lnTo>
                <a:lnTo>
                  <a:pt x="404276" y="370574"/>
                </a:lnTo>
                <a:lnTo>
                  <a:pt x="346580" y="458515"/>
                </a:lnTo>
                <a:lnTo>
                  <a:pt x="333110" y="482508"/>
                </a:lnTo>
                <a:lnTo>
                  <a:pt x="293663" y="567704"/>
                </a:lnTo>
                <a:lnTo>
                  <a:pt x="281514" y="600034"/>
                </a:lnTo>
                <a:lnTo>
                  <a:pt x="268704" y="639379"/>
                </a:lnTo>
                <a:lnTo>
                  <a:pt x="249845" y="697634"/>
                </a:lnTo>
                <a:lnTo>
                  <a:pt x="242271" y="727676"/>
                </a:lnTo>
                <a:lnTo>
                  <a:pt x="236730" y="756600"/>
                </a:lnTo>
                <a:lnTo>
                  <a:pt x="231138" y="793048"/>
                </a:lnTo>
                <a:lnTo>
                  <a:pt x="228088" y="825784"/>
                </a:lnTo>
                <a:lnTo>
                  <a:pt x="228088" y="850133"/>
                </a:lnTo>
                <a:lnTo>
                  <a:pt x="228088" y="881091"/>
                </a:lnTo>
                <a:lnTo>
                  <a:pt x="228088" y="903457"/>
                </a:lnTo>
                <a:lnTo>
                  <a:pt x="228088" y="920029"/>
                </a:lnTo>
                <a:lnTo>
                  <a:pt x="228088" y="938685"/>
                </a:lnTo>
                <a:lnTo>
                  <a:pt x="228088" y="957086"/>
                </a:lnTo>
                <a:lnTo>
                  <a:pt x="228088" y="975742"/>
                </a:lnTo>
                <a:lnTo>
                  <a:pt x="228088" y="992009"/>
                </a:lnTo>
                <a:lnTo>
                  <a:pt x="228088" y="1005683"/>
                </a:lnTo>
                <a:lnTo>
                  <a:pt x="228088" y="1016714"/>
                </a:lnTo>
                <a:lnTo>
                  <a:pt x="228088" y="1027388"/>
                </a:lnTo>
                <a:lnTo>
                  <a:pt x="228088" y="1037758"/>
                </a:lnTo>
                <a:lnTo>
                  <a:pt x="228088" y="1045790"/>
                </a:lnTo>
                <a:lnTo>
                  <a:pt x="228088" y="1053669"/>
                </a:lnTo>
                <a:lnTo>
                  <a:pt x="228088" y="1059363"/>
                </a:lnTo>
                <a:lnTo>
                  <a:pt x="228088" y="1062819"/>
                </a:lnTo>
                <a:lnTo>
                  <a:pt x="228088" y="1066174"/>
                </a:lnTo>
                <a:lnTo>
                  <a:pt x="228088" y="1069529"/>
                </a:lnTo>
                <a:lnTo>
                  <a:pt x="228088" y="1069682"/>
                </a:lnTo>
                <a:lnTo>
                  <a:pt x="228088" y="1066835"/>
                </a:lnTo>
                <a:lnTo>
                  <a:pt x="224987" y="1063836"/>
                </a:lnTo>
                <a:lnTo>
                  <a:pt x="221582" y="1058753"/>
                </a:lnTo>
                <a:lnTo>
                  <a:pt x="217769" y="1053263"/>
                </a:lnTo>
                <a:lnTo>
                  <a:pt x="210653" y="1047468"/>
                </a:lnTo>
                <a:lnTo>
                  <a:pt x="192200" y="1029117"/>
                </a:lnTo>
                <a:lnTo>
                  <a:pt x="178628" y="1015544"/>
                </a:lnTo>
                <a:lnTo>
                  <a:pt x="165360" y="1002277"/>
                </a:lnTo>
                <a:lnTo>
                  <a:pt x="154177" y="989060"/>
                </a:lnTo>
                <a:lnTo>
                  <a:pt x="142790" y="973251"/>
                </a:lnTo>
                <a:lnTo>
                  <a:pt x="128354" y="953985"/>
                </a:lnTo>
                <a:lnTo>
                  <a:pt x="108020" y="921046"/>
                </a:lnTo>
                <a:lnTo>
                  <a:pt x="98718" y="906406"/>
                </a:lnTo>
                <a:lnTo>
                  <a:pt x="71471" y="864468"/>
                </a:lnTo>
                <a:lnTo>
                  <a:pt x="63948" y="849473"/>
                </a:lnTo>
                <a:lnTo>
                  <a:pt x="54951" y="831528"/>
                </a:lnTo>
                <a:lnTo>
                  <a:pt x="35278" y="792234"/>
                </a:lnTo>
                <a:lnTo>
                  <a:pt x="17131" y="755990"/>
                </a:lnTo>
                <a:lnTo>
                  <a:pt x="10878" y="741605"/>
                </a:lnTo>
                <a:lnTo>
                  <a:pt x="6202" y="728286"/>
                </a:lnTo>
                <a:lnTo>
                  <a:pt x="3863" y="717815"/>
                </a:lnTo>
                <a:lnTo>
                  <a:pt x="1881" y="710037"/>
                </a:lnTo>
                <a:lnTo>
                  <a:pt x="0" y="704598"/>
                </a:lnTo>
                <a:lnTo>
                  <a:pt x="0" y="699159"/>
                </a:lnTo>
                <a:lnTo>
                  <a:pt x="0" y="694126"/>
                </a:lnTo>
                <a:lnTo>
                  <a:pt x="1525" y="697126"/>
                </a:lnTo>
                <a:lnTo>
                  <a:pt x="9709" y="708106"/>
                </a:lnTo>
                <a:lnTo>
                  <a:pt x="36702" y="746230"/>
                </a:lnTo>
                <a:lnTo>
                  <a:pt x="50986" y="768444"/>
                </a:lnTo>
                <a:lnTo>
                  <a:pt x="64609" y="792946"/>
                </a:lnTo>
                <a:lnTo>
                  <a:pt x="80723" y="824056"/>
                </a:lnTo>
                <a:lnTo>
                  <a:pt x="102276" y="862333"/>
                </a:lnTo>
                <a:lnTo>
                  <a:pt x="122203" y="899340"/>
                </a:lnTo>
                <a:lnTo>
                  <a:pt x="137199" y="930755"/>
                </a:lnTo>
                <a:lnTo>
                  <a:pt x="166936" y="983519"/>
                </a:lnTo>
                <a:lnTo>
                  <a:pt x="189150" y="1029879"/>
                </a:lnTo>
                <a:lnTo>
                  <a:pt x="197436" y="1044468"/>
                </a:lnTo>
                <a:lnTo>
                  <a:pt x="203943" y="1057482"/>
                </a:lnTo>
                <a:lnTo>
                  <a:pt x="209890" y="1067648"/>
                </a:lnTo>
                <a:lnTo>
                  <a:pt x="215329" y="1073138"/>
                </a:lnTo>
                <a:lnTo>
                  <a:pt x="218684" y="1076493"/>
                </a:lnTo>
                <a:lnTo>
                  <a:pt x="220362" y="1079848"/>
                </a:lnTo>
                <a:lnTo>
                  <a:pt x="221327" y="1082492"/>
                </a:lnTo>
                <a:lnTo>
                  <a:pt x="222700" y="1085135"/>
                </a:lnTo>
                <a:lnTo>
                  <a:pt x="224581" y="1088439"/>
                </a:lnTo>
                <a:lnTo>
                  <a:pt x="226258" y="1091794"/>
                </a:lnTo>
                <a:lnTo>
                  <a:pt x="228190" y="1094082"/>
                </a:lnTo>
                <a:lnTo>
                  <a:pt x="231443" y="1094692"/>
                </a:lnTo>
                <a:lnTo>
                  <a:pt x="236476" y="1094742"/>
                </a:lnTo>
                <a:lnTo>
                  <a:pt x="248625" y="1092607"/>
                </a:lnTo>
                <a:lnTo>
                  <a:pt x="267230" y="1080916"/>
                </a:lnTo>
                <a:lnTo>
                  <a:pt x="290257" y="1060837"/>
                </a:lnTo>
                <a:lnTo>
                  <a:pt x="319944" y="1039233"/>
                </a:lnTo>
                <a:lnTo>
                  <a:pt x="357103" y="1016358"/>
                </a:lnTo>
                <a:lnTo>
                  <a:pt x="417747" y="979656"/>
                </a:lnTo>
                <a:lnTo>
                  <a:pt x="477526" y="945852"/>
                </a:lnTo>
                <a:lnTo>
                  <a:pt x="499944" y="933652"/>
                </a:lnTo>
                <a:lnTo>
                  <a:pt x="523225" y="919012"/>
                </a:lnTo>
                <a:lnTo>
                  <a:pt x="541119" y="906863"/>
                </a:lnTo>
                <a:lnTo>
                  <a:pt x="557639" y="895883"/>
                </a:lnTo>
                <a:lnTo>
                  <a:pt x="572889" y="885005"/>
                </a:lnTo>
                <a:lnTo>
                  <a:pt x="577871" y="881701"/>
                </a:lnTo>
                <a:lnTo>
                  <a:pt x="581785" y="878092"/>
                </a:lnTo>
                <a:lnTo>
                  <a:pt x="585547" y="872602"/>
                </a:lnTo>
                <a:lnTo>
                  <a:pt x="589207" y="867061"/>
                </a:lnTo>
                <a:lnTo>
                  <a:pt x="592867" y="861418"/>
                </a:lnTo>
                <a:lnTo>
                  <a:pt x="596425" y="855928"/>
                </a:lnTo>
                <a:lnTo>
                  <a:pt x="599933" y="850489"/>
                </a:lnTo>
                <a:lnTo>
                  <a:pt x="603440" y="845050"/>
                </a:lnTo>
                <a:lnTo>
                  <a:pt x="606083" y="842356"/>
                </a:lnTo>
                <a:lnTo>
                  <a:pt x="608676" y="840933"/>
                </a:lnTo>
                <a:lnTo>
                  <a:pt x="611929" y="839052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338012" y="2952635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yes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767" y="833132"/>
            <a:ext cx="2556537" cy="8658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43973" y="-225897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</a:t>
            </a:r>
            <a:endParaRPr lang="en-US" sz="28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4619" y="2689799"/>
            <a:ext cx="2592725" cy="193955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79193" y="1971708"/>
            <a:ext cx="48790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Mutually Exclusive?</a:t>
            </a:r>
            <a:endParaRPr lang="en-US" sz="3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3180" y="5380997"/>
            <a:ext cx="2768005" cy="1177594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2444961" y="3480443"/>
            <a:ext cx="1594534" cy="1094742"/>
          </a:xfrm>
          <a:custGeom>
            <a:avLst/>
            <a:gdLst/>
            <a:ahLst/>
            <a:cxnLst/>
            <a:rect l="l" t="t" r="r" b="b"/>
            <a:pathLst>
              <a:path w="1594534" h="1094742">
                <a:moveTo>
                  <a:pt x="1592958" y="320045"/>
                </a:moveTo>
                <a:lnTo>
                  <a:pt x="1594534" y="320045"/>
                </a:lnTo>
                <a:lnTo>
                  <a:pt x="1591535" y="316945"/>
                </a:lnTo>
                <a:lnTo>
                  <a:pt x="1566576" y="297730"/>
                </a:lnTo>
                <a:lnTo>
                  <a:pt x="1546954" y="285987"/>
                </a:lnTo>
                <a:lnTo>
                  <a:pt x="1484531" y="248218"/>
                </a:lnTo>
                <a:lnTo>
                  <a:pt x="1456878" y="229867"/>
                </a:lnTo>
                <a:lnTo>
                  <a:pt x="1420939" y="204807"/>
                </a:lnTo>
                <a:lnTo>
                  <a:pt x="1345604" y="156007"/>
                </a:lnTo>
                <a:lnTo>
                  <a:pt x="1308242" y="131912"/>
                </a:lnTo>
                <a:lnTo>
                  <a:pt x="1240227" y="88856"/>
                </a:lnTo>
                <a:lnTo>
                  <a:pt x="1201085" y="64507"/>
                </a:lnTo>
                <a:lnTo>
                  <a:pt x="1168654" y="49664"/>
                </a:lnTo>
                <a:lnTo>
                  <a:pt x="1136476" y="36397"/>
                </a:lnTo>
                <a:lnTo>
                  <a:pt x="1105112" y="20892"/>
                </a:lnTo>
                <a:lnTo>
                  <a:pt x="1057583" y="6303"/>
                </a:lnTo>
                <a:lnTo>
                  <a:pt x="1013918" y="0"/>
                </a:lnTo>
                <a:lnTo>
                  <a:pt x="987129" y="0"/>
                </a:lnTo>
                <a:lnTo>
                  <a:pt x="956578" y="0"/>
                </a:lnTo>
                <a:lnTo>
                  <a:pt x="914996" y="0"/>
                </a:lnTo>
                <a:lnTo>
                  <a:pt x="872042" y="4372"/>
                </a:lnTo>
                <a:lnTo>
                  <a:pt x="839509" y="11031"/>
                </a:lnTo>
                <a:lnTo>
                  <a:pt x="800927" y="24400"/>
                </a:lnTo>
                <a:lnTo>
                  <a:pt x="753449" y="46563"/>
                </a:lnTo>
                <a:lnTo>
                  <a:pt x="722491" y="65524"/>
                </a:lnTo>
                <a:lnTo>
                  <a:pt x="683553" y="92465"/>
                </a:lnTo>
                <a:lnTo>
                  <a:pt x="645987" y="119509"/>
                </a:lnTo>
                <a:lnTo>
                  <a:pt x="610303" y="147569"/>
                </a:lnTo>
                <a:lnTo>
                  <a:pt x="568670" y="182135"/>
                </a:lnTo>
                <a:lnTo>
                  <a:pt x="535680" y="214719"/>
                </a:lnTo>
                <a:lnTo>
                  <a:pt x="503604" y="249438"/>
                </a:lnTo>
                <a:lnTo>
                  <a:pt x="475951" y="282581"/>
                </a:lnTo>
                <a:lnTo>
                  <a:pt x="426541" y="341751"/>
                </a:lnTo>
                <a:lnTo>
                  <a:pt x="404276" y="370574"/>
                </a:lnTo>
                <a:lnTo>
                  <a:pt x="346580" y="458515"/>
                </a:lnTo>
                <a:lnTo>
                  <a:pt x="333110" y="482508"/>
                </a:lnTo>
                <a:lnTo>
                  <a:pt x="293663" y="567704"/>
                </a:lnTo>
                <a:lnTo>
                  <a:pt x="281514" y="600034"/>
                </a:lnTo>
                <a:lnTo>
                  <a:pt x="268704" y="639379"/>
                </a:lnTo>
                <a:lnTo>
                  <a:pt x="249845" y="697634"/>
                </a:lnTo>
                <a:lnTo>
                  <a:pt x="242271" y="727676"/>
                </a:lnTo>
                <a:lnTo>
                  <a:pt x="236730" y="756600"/>
                </a:lnTo>
                <a:lnTo>
                  <a:pt x="231138" y="793048"/>
                </a:lnTo>
                <a:lnTo>
                  <a:pt x="228088" y="825784"/>
                </a:lnTo>
                <a:lnTo>
                  <a:pt x="228088" y="850133"/>
                </a:lnTo>
                <a:lnTo>
                  <a:pt x="228088" y="881091"/>
                </a:lnTo>
                <a:lnTo>
                  <a:pt x="228088" y="903457"/>
                </a:lnTo>
                <a:lnTo>
                  <a:pt x="228088" y="920029"/>
                </a:lnTo>
                <a:lnTo>
                  <a:pt x="228088" y="938685"/>
                </a:lnTo>
                <a:lnTo>
                  <a:pt x="228088" y="957086"/>
                </a:lnTo>
                <a:lnTo>
                  <a:pt x="228088" y="975742"/>
                </a:lnTo>
                <a:lnTo>
                  <a:pt x="228088" y="992009"/>
                </a:lnTo>
                <a:lnTo>
                  <a:pt x="228088" y="1005683"/>
                </a:lnTo>
                <a:lnTo>
                  <a:pt x="228088" y="1016714"/>
                </a:lnTo>
                <a:lnTo>
                  <a:pt x="228088" y="1027388"/>
                </a:lnTo>
                <a:lnTo>
                  <a:pt x="228088" y="1037758"/>
                </a:lnTo>
                <a:lnTo>
                  <a:pt x="228088" y="1045790"/>
                </a:lnTo>
                <a:lnTo>
                  <a:pt x="228088" y="1053669"/>
                </a:lnTo>
                <a:lnTo>
                  <a:pt x="228088" y="1059363"/>
                </a:lnTo>
                <a:lnTo>
                  <a:pt x="228088" y="1062819"/>
                </a:lnTo>
                <a:lnTo>
                  <a:pt x="228088" y="1066174"/>
                </a:lnTo>
                <a:lnTo>
                  <a:pt x="228088" y="1069529"/>
                </a:lnTo>
                <a:lnTo>
                  <a:pt x="228088" y="1069682"/>
                </a:lnTo>
                <a:lnTo>
                  <a:pt x="228088" y="1066835"/>
                </a:lnTo>
                <a:lnTo>
                  <a:pt x="224987" y="1063836"/>
                </a:lnTo>
                <a:lnTo>
                  <a:pt x="221582" y="1058753"/>
                </a:lnTo>
                <a:lnTo>
                  <a:pt x="217769" y="1053263"/>
                </a:lnTo>
                <a:lnTo>
                  <a:pt x="210653" y="1047468"/>
                </a:lnTo>
                <a:lnTo>
                  <a:pt x="192200" y="1029117"/>
                </a:lnTo>
                <a:lnTo>
                  <a:pt x="178628" y="1015544"/>
                </a:lnTo>
                <a:lnTo>
                  <a:pt x="165360" y="1002277"/>
                </a:lnTo>
                <a:lnTo>
                  <a:pt x="154177" y="989060"/>
                </a:lnTo>
                <a:lnTo>
                  <a:pt x="142790" y="973251"/>
                </a:lnTo>
                <a:lnTo>
                  <a:pt x="128354" y="953985"/>
                </a:lnTo>
                <a:lnTo>
                  <a:pt x="108020" y="921046"/>
                </a:lnTo>
                <a:lnTo>
                  <a:pt x="98718" y="906406"/>
                </a:lnTo>
                <a:lnTo>
                  <a:pt x="71471" y="864468"/>
                </a:lnTo>
                <a:lnTo>
                  <a:pt x="63948" y="849473"/>
                </a:lnTo>
                <a:lnTo>
                  <a:pt x="54951" y="831528"/>
                </a:lnTo>
                <a:lnTo>
                  <a:pt x="35278" y="792234"/>
                </a:lnTo>
                <a:lnTo>
                  <a:pt x="17131" y="755990"/>
                </a:lnTo>
                <a:lnTo>
                  <a:pt x="10878" y="741605"/>
                </a:lnTo>
                <a:lnTo>
                  <a:pt x="6202" y="728286"/>
                </a:lnTo>
                <a:lnTo>
                  <a:pt x="3863" y="717815"/>
                </a:lnTo>
                <a:lnTo>
                  <a:pt x="1881" y="710037"/>
                </a:lnTo>
                <a:lnTo>
                  <a:pt x="0" y="704598"/>
                </a:lnTo>
                <a:lnTo>
                  <a:pt x="0" y="699159"/>
                </a:lnTo>
                <a:lnTo>
                  <a:pt x="0" y="694126"/>
                </a:lnTo>
                <a:lnTo>
                  <a:pt x="1525" y="697126"/>
                </a:lnTo>
                <a:lnTo>
                  <a:pt x="9709" y="708106"/>
                </a:lnTo>
                <a:lnTo>
                  <a:pt x="36702" y="746230"/>
                </a:lnTo>
                <a:lnTo>
                  <a:pt x="50986" y="768444"/>
                </a:lnTo>
                <a:lnTo>
                  <a:pt x="64609" y="792946"/>
                </a:lnTo>
                <a:lnTo>
                  <a:pt x="80723" y="824056"/>
                </a:lnTo>
                <a:lnTo>
                  <a:pt x="102276" y="862333"/>
                </a:lnTo>
                <a:lnTo>
                  <a:pt x="122203" y="899340"/>
                </a:lnTo>
                <a:lnTo>
                  <a:pt x="137199" y="930755"/>
                </a:lnTo>
                <a:lnTo>
                  <a:pt x="166936" y="983519"/>
                </a:lnTo>
                <a:lnTo>
                  <a:pt x="189150" y="1029879"/>
                </a:lnTo>
                <a:lnTo>
                  <a:pt x="197436" y="1044468"/>
                </a:lnTo>
                <a:lnTo>
                  <a:pt x="203943" y="1057482"/>
                </a:lnTo>
                <a:lnTo>
                  <a:pt x="209890" y="1067648"/>
                </a:lnTo>
                <a:lnTo>
                  <a:pt x="215329" y="1073138"/>
                </a:lnTo>
                <a:lnTo>
                  <a:pt x="218684" y="1076493"/>
                </a:lnTo>
                <a:lnTo>
                  <a:pt x="220362" y="1079848"/>
                </a:lnTo>
                <a:lnTo>
                  <a:pt x="221327" y="1082492"/>
                </a:lnTo>
                <a:lnTo>
                  <a:pt x="222700" y="1085135"/>
                </a:lnTo>
                <a:lnTo>
                  <a:pt x="224581" y="1088439"/>
                </a:lnTo>
                <a:lnTo>
                  <a:pt x="226258" y="1091794"/>
                </a:lnTo>
                <a:lnTo>
                  <a:pt x="228190" y="1094082"/>
                </a:lnTo>
                <a:lnTo>
                  <a:pt x="231443" y="1094692"/>
                </a:lnTo>
                <a:lnTo>
                  <a:pt x="236476" y="1094742"/>
                </a:lnTo>
                <a:lnTo>
                  <a:pt x="248625" y="1092607"/>
                </a:lnTo>
                <a:lnTo>
                  <a:pt x="267230" y="1080916"/>
                </a:lnTo>
                <a:lnTo>
                  <a:pt x="290257" y="1060837"/>
                </a:lnTo>
                <a:lnTo>
                  <a:pt x="319944" y="1039233"/>
                </a:lnTo>
                <a:lnTo>
                  <a:pt x="357103" y="1016358"/>
                </a:lnTo>
                <a:lnTo>
                  <a:pt x="417747" y="979656"/>
                </a:lnTo>
                <a:lnTo>
                  <a:pt x="477526" y="945852"/>
                </a:lnTo>
                <a:lnTo>
                  <a:pt x="499944" y="933652"/>
                </a:lnTo>
                <a:lnTo>
                  <a:pt x="523225" y="919012"/>
                </a:lnTo>
                <a:lnTo>
                  <a:pt x="541119" y="906863"/>
                </a:lnTo>
                <a:lnTo>
                  <a:pt x="557639" y="895883"/>
                </a:lnTo>
                <a:lnTo>
                  <a:pt x="572889" y="885005"/>
                </a:lnTo>
                <a:lnTo>
                  <a:pt x="577871" y="881701"/>
                </a:lnTo>
                <a:lnTo>
                  <a:pt x="581785" y="878092"/>
                </a:lnTo>
                <a:lnTo>
                  <a:pt x="585547" y="872602"/>
                </a:lnTo>
                <a:lnTo>
                  <a:pt x="589207" y="867061"/>
                </a:lnTo>
                <a:lnTo>
                  <a:pt x="592867" y="861418"/>
                </a:lnTo>
                <a:lnTo>
                  <a:pt x="596425" y="855928"/>
                </a:lnTo>
                <a:lnTo>
                  <a:pt x="599933" y="850489"/>
                </a:lnTo>
                <a:lnTo>
                  <a:pt x="603440" y="845050"/>
                </a:lnTo>
                <a:lnTo>
                  <a:pt x="606083" y="842356"/>
                </a:lnTo>
                <a:lnTo>
                  <a:pt x="608676" y="840933"/>
                </a:lnTo>
                <a:lnTo>
                  <a:pt x="611929" y="839052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2338012" y="2952635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yes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767" y="833132"/>
            <a:ext cx="2556537" cy="8658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43973" y="-225897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</a:t>
            </a:r>
            <a:endParaRPr lang="en-US" sz="28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4619" y="2689799"/>
            <a:ext cx="2592725" cy="193955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79193" y="1971708"/>
            <a:ext cx="48790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Mutually Exclusive?</a:t>
            </a:r>
            <a:endParaRPr lang="en-US" sz="3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3180" y="5380997"/>
            <a:ext cx="2768005" cy="1177594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2444961" y="3480443"/>
            <a:ext cx="1594534" cy="1094742"/>
          </a:xfrm>
          <a:custGeom>
            <a:avLst/>
            <a:gdLst/>
            <a:ahLst/>
            <a:cxnLst/>
            <a:rect l="l" t="t" r="r" b="b"/>
            <a:pathLst>
              <a:path w="1594534" h="1094742">
                <a:moveTo>
                  <a:pt x="1592958" y="320045"/>
                </a:moveTo>
                <a:lnTo>
                  <a:pt x="1594534" y="320045"/>
                </a:lnTo>
                <a:lnTo>
                  <a:pt x="1591535" y="316945"/>
                </a:lnTo>
                <a:lnTo>
                  <a:pt x="1566576" y="297730"/>
                </a:lnTo>
                <a:lnTo>
                  <a:pt x="1546954" y="285987"/>
                </a:lnTo>
                <a:lnTo>
                  <a:pt x="1484531" y="248218"/>
                </a:lnTo>
                <a:lnTo>
                  <a:pt x="1456878" y="229867"/>
                </a:lnTo>
                <a:lnTo>
                  <a:pt x="1420939" y="204807"/>
                </a:lnTo>
                <a:lnTo>
                  <a:pt x="1345604" y="156007"/>
                </a:lnTo>
                <a:lnTo>
                  <a:pt x="1308242" y="131912"/>
                </a:lnTo>
                <a:lnTo>
                  <a:pt x="1240227" y="88856"/>
                </a:lnTo>
                <a:lnTo>
                  <a:pt x="1201085" y="64507"/>
                </a:lnTo>
                <a:lnTo>
                  <a:pt x="1168654" y="49664"/>
                </a:lnTo>
                <a:lnTo>
                  <a:pt x="1136476" y="36397"/>
                </a:lnTo>
                <a:lnTo>
                  <a:pt x="1105112" y="20892"/>
                </a:lnTo>
                <a:lnTo>
                  <a:pt x="1057583" y="6303"/>
                </a:lnTo>
                <a:lnTo>
                  <a:pt x="1013918" y="0"/>
                </a:lnTo>
                <a:lnTo>
                  <a:pt x="987129" y="0"/>
                </a:lnTo>
                <a:lnTo>
                  <a:pt x="956578" y="0"/>
                </a:lnTo>
                <a:lnTo>
                  <a:pt x="914996" y="0"/>
                </a:lnTo>
                <a:lnTo>
                  <a:pt x="872042" y="4372"/>
                </a:lnTo>
                <a:lnTo>
                  <a:pt x="839509" y="11031"/>
                </a:lnTo>
                <a:lnTo>
                  <a:pt x="800927" y="24400"/>
                </a:lnTo>
                <a:lnTo>
                  <a:pt x="753449" y="46563"/>
                </a:lnTo>
                <a:lnTo>
                  <a:pt x="722491" y="65524"/>
                </a:lnTo>
                <a:lnTo>
                  <a:pt x="683553" y="92465"/>
                </a:lnTo>
                <a:lnTo>
                  <a:pt x="645987" y="119509"/>
                </a:lnTo>
                <a:lnTo>
                  <a:pt x="610303" y="147569"/>
                </a:lnTo>
                <a:lnTo>
                  <a:pt x="568670" y="182135"/>
                </a:lnTo>
                <a:lnTo>
                  <a:pt x="535680" y="214719"/>
                </a:lnTo>
                <a:lnTo>
                  <a:pt x="503604" y="249438"/>
                </a:lnTo>
                <a:lnTo>
                  <a:pt x="475951" y="282581"/>
                </a:lnTo>
                <a:lnTo>
                  <a:pt x="426541" y="341751"/>
                </a:lnTo>
                <a:lnTo>
                  <a:pt x="404276" y="370574"/>
                </a:lnTo>
                <a:lnTo>
                  <a:pt x="346580" y="458515"/>
                </a:lnTo>
                <a:lnTo>
                  <a:pt x="333110" y="482508"/>
                </a:lnTo>
                <a:lnTo>
                  <a:pt x="293663" y="567704"/>
                </a:lnTo>
                <a:lnTo>
                  <a:pt x="281514" y="600034"/>
                </a:lnTo>
                <a:lnTo>
                  <a:pt x="268704" y="639379"/>
                </a:lnTo>
                <a:lnTo>
                  <a:pt x="249845" y="697634"/>
                </a:lnTo>
                <a:lnTo>
                  <a:pt x="242271" y="727676"/>
                </a:lnTo>
                <a:lnTo>
                  <a:pt x="236730" y="756600"/>
                </a:lnTo>
                <a:lnTo>
                  <a:pt x="231138" y="793048"/>
                </a:lnTo>
                <a:lnTo>
                  <a:pt x="228088" y="825784"/>
                </a:lnTo>
                <a:lnTo>
                  <a:pt x="228088" y="850133"/>
                </a:lnTo>
                <a:lnTo>
                  <a:pt x="228088" y="881091"/>
                </a:lnTo>
                <a:lnTo>
                  <a:pt x="228088" y="903457"/>
                </a:lnTo>
                <a:lnTo>
                  <a:pt x="228088" y="920029"/>
                </a:lnTo>
                <a:lnTo>
                  <a:pt x="228088" y="938685"/>
                </a:lnTo>
                <a:lnTo>
                  <a:pt x="228088" y="957086"/>
                </a:lnTo>
                <a:lnTo>
                  <a:pt x="228088" y="975742"/>
                </a:lnTo>
                <a:lnTo>
                  <a:pt x="228088" y="992009"/>
                </a:lnTo>
                <a:lnTo>
                  <a:pt x="228088" y="1005683"/>
                </a:lnTo>
                <a:lnTo>
                  <a:pt x="228088" y="1016714"/>
                </a:lnTo>
                <a:lnTo>
                  <a:pt x="228088" y="1027388"/>
                </a:lnTo>
                <a:lnTo>
                  <a:pt x="228088" y="1037758"/>
                </a:lnTo>
                <a:lnTo>
                  <a:pt x="228088" y="1045790"/>
                </a:lnTo>
                <a:lnTo>
                  <a:pt x="228088" y="1053669"/>
                </a:lnTo>
                <a:lnTo>
                  <a:pt x="228088" y="1059363"/>
                </a:lnTo>
                <a:lnTo>
                  <a:pt x="228088" y="1062819"/>
                </a:lnTo>
                <a:lnTo>
                  <a:pt x="228088" y="1066174"/>
                </a:lnTo>
                <a:lnTo>
                  <a:pt x="228088" y="1069529"/>
                </a:lnTo>
                <a:lnTo>
                  <a:pt x="228088" y="1069682"/>
                </a:lnTo>
                <a:lnTo>
                  <a:pt x="228088" y="1066835"/>
                </a:lnTo>
                <a:lnTo>
                  <a:pt x="224987" y="1063836"/>
                </a:lnTo>
                <a:lnTo>
                  <a:pt x="221582" y="1058753"/>
                </a:lnTo>
                <a:lnTo>
                  <a:pt x="217769" y="1053263"/>
                </a:lnTo>
                <a:lnTo>
                  <a:pt x="210653" y="1047468"/>
                </a:lnTo>
                <a:lnTo>
                  <a:pt x="192200" y="1029117"/>
                </a:lnTo>
                <a:lnTo>
                  <a:pt x="178628" y="1015544"/>
                </a:lnTo>
                <a:lnTo>
                  <a:pt x="165360" y="1002277"/>
                </a:lnTo>
                <a:lnTo>
                  <a:pt x="154177" y="989060"/>
                </a:lnTo>
                <a:lnTo>
                  <a:pt x="142790" y="973251"/>
                </a:lnTo>
                <a:lnTo>
                  <a:pt x="128354" y="953985"/>
                </a:lnTo>
                <a:lnTo>
                  <a:pt x="108020" y="921046"/>
                </a:lnTo>
                <a:lnTo>
                  <a:pt x="98718" y="906406"/>
                </a:lnTo>
                <a:lnTo>
                  <a:pt x="71471" y="864468"/>
                </a:lnTo>
                <a:lnTo>
                  <a:pt x="63948" y="849473"/>
                </a:lnTo>
                <a:lnTo>
                  <a:pt x="54951" y="831528"/>
                </a:lnTo>
                <a:lnTo>
                  <a:pt x="35278" y="792234"/>
                </a:lnTo>
                <a:lnTo>
                  <a:pt x="17131" y="755990"/>
                </a:lnTo>
                <a:lnTo>
                  <a:pt x="10878" y="741605"/>
                </a:lnTo>
                <a:lnTo>
                  <a:pt x="6202" y="728286"/>
                </a:lnTo>
                <a:lnTo>
                  <a:pt x="3863" y="717815"/>
                </a:lnTo>
                <a:lnTo>
                  <a:pt x="1881" y="710037"/>
                </a:lnTo>
                <a:lnTo>
                  <a:pt x="0" y="704598"/>
                </a:lnTo>
                <a:lnTo>
                  <a:pt x="0" y="699159"/>
                </a:lnTo>
                <a:lnTo>
                  <a:pt x="0" y="694126"/>
                </a:lnTo>
                <a:lnTo>
                  <a:pt x="1525" y="697126"/>
                </a:lnTo>
                <a:lnTo>
                  <a:pt x="9709" y="708106"/>
                </a:lnTo>
                <a:lnTo>
                  <a:pt x="36702" y="746230"/>
                </a:lnTo>
                <a:lnTo>
                  <a:pt x="50986" y="768444"/>
                </a:lnTo>
                <a:lnTo>
                  <a:pt x="64609" y="792946"/>
                </a:lnTo>
                <a:lnTo>
                  <a:pt x="80723" y="824056"/>
                </a:lnTo>
                <a:lnTo>
                  <a:pt x="102276" y="862333"/>
                </a:lnTo>
                <a:lnTo>
                  <a:pt x="122203" y="899340"/>
                </a:lnTo>
                <a:lnTo>
                  <a:pt x="137199" y="930755"/>
                </a:lnTo>
                <a:lnTo>
                  <a:pt x="166936" y="983519"/>
                </a:lnTo>
                <a:lnTo>
                  <a:pt x="189150" y="1029879"/>
                </a:lnTo>
                <a:lnTo>
                  <a:pt x="197436" y="1044468"/>
                </a:lnTo>
                <a:lnTo>
                  <a:pt x="203943" y="1057482"/>
                </a:lnTo>
                <a:lnTo>
                  <a:pt x="209890" y="1067648"/>
                </a:lnTo>
                <a:lnTo>
                  <a:pt x="215329" y="1073138"/>
                </a:lnTo>
                <a:lnTo>
                  <a:pt x="218684" y="1076493"/>
                </a:lnTo>
                <a:lnTo>
                  <a:pt x="220362" y="1079848"/>
                </a:lnTo>
                <a:lnTo>
                  <a:pt x="221327" y="1082492"/>
                </a:lnTo>
                <a:lnTo>
                  <a:pt x="222700" y="1085135"/>
                </a:lnTo>
                <a:lnTo>
                  <a:pt x="224581" y="1088439"/>
                </a:lnTo>
                <a:lnTo>
                  <a:pt x="226258" y="1091794"/>
                </a:lnTo>
                <a:lnTo>
                  <a:pt x="228190" y="1094082"/>
                </a:lnTo>
                <a:lnTo>
                  <a:pt x="231443" y="1094692"/>
                </a:lnTo>
                <a:lnTo>
                  <a:pt x="236476" y="1094742"/>
                </a:lnTo>
                <a:lnTo>
                  <a:pt x="248625" y="1092607"/>
                </a:lnTo>
                <a:lnTo>
                  <a:pt x="267230" y="1080916"/>
                </a:lnTo>
                <a:lnTo>
                  <a:pt x="290257" y="1060837"/>
                </a:lnTo>
                <a:lnTo>
                  <a:pt x="319944" y="1039233"/>
                </a:lnTo>
                <a:lnTo>
                  <a:pt x="357103" y="1016358"/>
                </a:lnTo>
                <a:lnTo>
                  <a:pt x="417747" y="979656"/>
                </a:lnTo>
                <a:lnTo>
                  <a:pt x="477526" y="945852"/>
                </a:lnTo>
                <a:lnTo>
                  <a:pt x="499944" y="933652"/>
                </a:lnTo>
                <a:lnTo>
                  <a:pt x="523225" y="919012"/>
                </a:lnTo>
                <a:lnTo>
                  <a:pt x="541119" y="906863"/>
                </a:lnTo>
                <a:lnTo>
                  <a:pt x="557639" y="895883"/>
                </a:lnTo>
                <a:lnTo>
                  <a:pt x="572889" y="885005"/>
                </a:lnTo>
                <a:lnTo>
                  <a:pt x="577871" y="881701"/>
                </a:lnTo>
                <a:lnTo>
                  <a:pt x="581785" y="878092"/>
                </a:lnTo>
                <a:lnTo>
                  <a:pt x="585547" y="872602"/>
                </a:lnTo>
                <a:lnTo>
                  <a:pt x="589207" y="867061"/>
                </a:lnTo>
                <a:lnTo>
                  <a:pt x="592867" y="861418"/>
                </a:lnTo>
                <a:lnTo>
                  <a:pt x="596425" y="855928"/>
                </a:lnTo>
                <a:lnTo>
                  <a:pt x="599933" y="850489"/>
                </a:lnTo>
                <a:lnTo>
                  <a:pt x="603440" y="845050"/>
                </a:lnTo>
                <a:lnTo>
                  <a:pt x="606083" y="842356"/>
                </a:lnTo>
                <a:lnTo>
                  <a:pt x="608676" y="840933"/>
                </a:lnTo>
                <a:lnTo>
                  <a:pt x="611929" y="839052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2338012" y="2952635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yes</a:t>
            </a:r>
            <a:endParaRPr lang="en-US" sz="2400" dirty="0"/>
          </a:p>
        </p:txBody>
      </p:sp>
      <p:sp>
        <p:nvSpPr>
          <p:cNvPr id="11" name="Text 5"/>
          <p:cNvSpPr/>
          <p:nvPr/>
        </p:nvSpPr>
        <p:spPr>
          <a:xfrm>
            <a:off x="8150427" y="3010536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767" y="833132"/>
            <a:ext cx="2556537" cy="8658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43973" y="-225897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</a:t>
            </a:r>
            <a:endParaRPr lang="en-US" sz="28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4619" y="2689799"/>
            <a:ext cx="2592725" cy="193955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79193" y="1971708"/>
            <a:ext cx="48790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Mutually Exclusive?</a:t>
            </a:r>
            <a:endParaRPr lang="en-US" sz="3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3180" y="5380997"/>
            <a:ext cx="2768005" cy="1177594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2444961" y="3480443"/>
            <a:ext cx="1594534" cy="1094742"/>
          </a:xfrm>
          <a:custGeom>
            <a:avLst/>
            <a:gdLst/>
            <a:ahLst/>
            <a:cxnLst/>
            <a:rect l="l" t="t" r="r" b="b"/>
            <a:pathLst>
              <a:path w="1594534" h="1094742">
                <a:moveTo>
                  <a:pt x="1592958" y="320045"/>
                </a:moveTo>
                <a:lnTo>
                  <a:pt x="1594534" y="320045"/>
                </a:lnTo>
                <a:lnTo>
                  <a:pt x="1591535" y="316945"/>
                </a:lnTo>
                <a:lnTo>
                  <a:pt x="1566576" y="297730"/>
                </a:lnTo>
                <a:lnTo>
                  <a:pt x="1546954" y="285987"/>
                </a:lnTo>
                <a:lnTo>
                  <a:pt x="1484531" y="248218"/>
                </a:lnTo>
                <a:lnTo>
                  <a:pt x="1456878" y="229867"/>
                </a:lnTo>
                <a:lnTo>
                  <a:pt x="1420939" y="204807"/>
                </a:lnTo>
                <a:lnTo>
                  <a:pt x="1345604" y="156007"/>
                </a:lnTo>
                <a:lnTo>
                  <a:pt x="1308242" y="131912"/>
                </a:lnTo>
                <a:lnTo>
                  <a:pt x="1240227" y="88856"/>
                </a:lnTo>
                <a:lnTo>
                  <a:pt x="1201085" y="64507"/>
                </a:lnTo>
                <a:lnTo>
                  <a:pt x="1168654" y="49664"/>
                </a:lnTo>
                <a:lnTo>
                  <a:pt x="1136476" y="36397"/>
                </a:lnTo>
                <a:lnTo>
                  <a:pt x="1105112" y="20892"/>
                </a:lnTo>
                <a:lnTo>
                  <a:pt x="1057583" y="6303"/>
                </a:lnTo>
                <a:lnTo>
                  <a:pt x="1013918" y="0"/>
                </a:lnTo>
                <a:lnTo>
                  <a:pt x="987129" y="0"/>
                </a:lnTo>
                <a:lnTo>
                  <a:pt x="956578" y="0"/>
                </a:lnTo>
                <a:lnTo>
                  <a:pt x="914996" y="0"/>
                </a:lnTo>
                <a:lnTo>
                  <a:pt x="872042" y="4372"/>
                </a:lnTo>
                <a:lnTo>
                  <a:pt x="839509" y="11031"/>
                </a:lnTo>
                <a:lnTo>
                  <a:pt x="800927" y="24400"/>
                </a:lnTo>
                <a:lnTo>
                  <a:pt x="753449" y="46563"/>
                </a:lnTo>
                <a:lnTo>
                  <a:pt x="722491" y="65524"/>
                </a:lnTo>
                <a:lnTo>
                  <a:pt x="683553" y="92465"/>
                </a:lnTo>
                <a:lnTo>
                  <a:pt x="645987" y="119509"/>
                </a:lnTo>
                <a:lnTo>
                  <a:pt x="610303" y="147569"/>
                </a:lnTo>
                <a:lnTo>
                  <a:pt x="568670" y="182135"/>
                </a:lnTo>
                <a:lnTo>
                  <a:pt x="535680" y="214719"/>
                </a:lnTo>
                <a:lnTo>
                  <a:pt x="503604" y="249438"/>
                </a:lnTo>
                <a:lnTo>
                  <a:pt x="475951" y="282581"/>
                </a:lnTo>
                <a:lnTo>
                  <a:pt x="426541" y="341751"/>
                </a:lnTo>
                <a:lnTo>
                  <a:pt x="404276" y="370574"/>
                </a:lnTo>
                <a:lnTo>
                  <a:pt x="346580" y="458515"/>
                </a:lnTo>
                <a:lnTo>
                  <a:pt x="333110" y="482508"/>
                </a:lnTo>
                <a:lnTo>
                  <a:pt x="293663" y="567704"/>
                </a:lnTo>
                <a:lnTo>
                  <a:pt x="281514" y="600034"/>
                </a:lnTo>
                <a:lnTo>
                  <a:pt x="268704" y="639379"/>
                </a:lnTo>
                <a:lnTo>
                  <a:pt x="249845" y="697634"/>
                </a:lnTo>
                <a:lnTo>
                  <a:pt x="242271" y="727676"/>
                </a:lnTo>
                <a:lnTo>
                  <a:pt x="236730" y="756600"/>
                </a:lnTo>
                <a:lnTo>
                  <a:pt x="231138" y="793048"/>
                </a:lnTo>
                <a:lnTo>
                  <a:pt x="228088" y="825784"/>
                </a:lnTo>
                <a:lnTo>
                  <a:pt x="228088" y="850133"/>
                </a:lnTo>
                <a:lnTo>
                  <a:pt x="228088" y="881091"/>
                </a:lnTo>
                <a:lnTo>
                  <a:pt x="228088" y="903457"/>
                </a:lnTo>
                <a:lnTo>
                  <a:pt x="228088" y="920029"/>
                </a:lnTo>
                <a:lnTo>
                  <a:pt x="228088" y="938685"/>
                </a:lnTo>
                <a:lnTo>
                  <a:pt x="228088" y="957086"/>
                </a:lnTo>
                <a:lnTo>
                  <a:pt x="228088" y="975742"/>
                </a:lnTo>
                <a:lnTo>
                  <a:pt x="228088" y="992009"/>
                </a:lnTo>
                <a:lnTo>
                  <a:pt x="228088" y="1005683"/>
                </a:lnTo>
                <a:lnTo>
                  <a:pt x="228088" y="1016714"/>
                </a:lnTo>
                <a:lnTo>
                  <a:pt x="228088" y="1027388"/>
                </a:lnTo>
                <a:lnTo>
                  <a:pt x="228088" y="1037758"/>
                </a:lnTo>
                <a:lnTo>
                  <a:pt x="228088" y="1045790"/>
                </a:lnTo>
                <a:lnTo>
                  <a:pt x="228088" y="1053669"/>
                </a:lnTo>
                <a:lnTo>
                  <a:pt x="228088" y="1059363"/>
                </a:lnTo>
                <a:lnTo>
                  <a:pt x="228088" y="1062819"/>
                </a:lnTo>
                <a:lnTo>
                  <a:pt x="228088" y="1066174"/>
                </a:lnTo>
                <a:lnTo>
                  <a:pt x="228088" y="1069529"/>
                </a:lnTo>
                <a:lnTo>
                  <a:pt x="228088" y="1069682"/>
                </a:lnTo>
                <a:lnTo>
                  <a:pt x="228088" y="1066835"/>
                </a:lnTo>
                <a:lnTo>
                  <a:pt x="224987" y="1063836"/>
                </a:lnTo>
                <a:lnTo>
                  <a:pt x="221582" y="1058753"/>
                </a:lnTo>
                <a:lnTo>
                  <a:pt x="217769" y="1053263"/>
                </a:lnTo>
                <a:lnTo>
                  <a:pt x="210653" y="1047468"/>
                </a:lnTo>
                <a:lnTo>
                  <a:pt x="192200" y="1029117"/>
                </a:lnTo>
                <a:lnTo>
                  <a:pt x="178628" y="1015544"/>
                </a:lnTo>
                <a:lnTo>
                  <a:pt x="165360" y="1002277"/>
                </a:lnTo>
                <a:lnTo>
                  <a:pt x="154177" y="989060"/>
                </a:lnTo>
                <a:lnTo>
                  <a:pt x="142790" y="973251"/>
                </a:lnTo>
                <a:lnTo>
                  <a:pt x="128354" y="953985"/>
                </a:lnTo>
                <a:lnTo>
                  <a:pt x="108020" y="921046"/>
                </a:lnTo>
                <a:lnTo>
                  <a:pt x="98718" y="906406"/>
                </a:lnTo>
                <a:lnTo>
                  <a:pt x="71471" y="864468"/>
                </a:lnTo>
                <a:lnTo>
                  <a:pt x="63948" y="849473"/>
                </a:lnTo>
                <a:lnTo>
                  <a:pt x="54951" y="831528"/>
                </a:lnTo>
                <a:lnTo>
                  <a:pt x="35278" y="792234"/>
                </a:lnTo>
                <a:lnTo>
                  <a:pt x="17131" y="755990"/>
                </a:lnTo>
                <a:lnTo>
                  <a:pt x="10878" y="741605"/>
                </a:lnTo>
                <a:lnTo>
                  <a:pt x="6202" y="728286"/>
                </a:lnTo>
                <a:lnTo>
                  <a:pt x="3863" y="717815"/>
                </a:lnTo>
                <a:lnTo>
                  <a:pt x="1881" y="710037"/>
                </a:lnTo>
                <a:lnTo>
                  <a:pt x="0" y="704598"/>
                </a:lnTo>
                <a:lnTo>
                  <a:pt x="0" y="699159"/>
                </a:lnTo>
                <a:lnTo>
                  <a:pt x="0" y="694126"/>
                </a:lnTo>
                <a:lnTo>
                  <a:pt x="1525" y="697126"/>
                </a:lnTo>
                <a:lnTo>
                  <a:pt x="9709" y="708106"/>
                </a:lnTo>
                <a:lnTo>
                  <a:pt x="36702" y="746230"/>
                </a:lnTo>
                <a:lnTo>
                  <a:pt x="50986" y="768444"/>
                </a:lnTo>
                <a:lnTo>
                  <a:pt x="64609" y="792946"/>
                </a:lnTo>
                <a:lnTo>
                  <a:pt x="80723" y="824056"/>
                </a:lnTo>
                <a:lnTo>
                  <a:pt x="102276" y="862333"/>
                </a:lnTo>
                <a:lnTo>
                  <a:pt x="122203" y="899340"/>
                </a:lnTo>
                <a:lnTo>
                  <a:pt x="137199" y="930755"/>
                </a:lnTo>
                <a:lnTo>
                  <a:pt x="166936" y="983519"/>
                </a:lnTo>
                <a:lnTo>
                  <a:pt x="189150" y="1029879"/>
                </a:lnTo>
                <a:lnTo>
                  <a:pt x="197436" y="1044468"/>
                </a:lnTo>
                <a:lnTo>
                  <a:pt x="203943" y="1057482"/>
                </a:lnTo>
                <a:lnTo>
                  <a:pt x="209890" y="1067648"/>
                </a:lnTo>
                <a:lnTo>
                  <a:pt x="215329" y="1073138"/>
                </a:lnTo>
                <a:lnTo>
                  <a:pt x="218684" y="1076493"/>
                </a:lnTo>
                <a:lnTo>
                  <a:pt x="220362" y="1079848"/>
                </a:lnTo>
                <a:lnTo>
                  <a:pt x="221327" y="1082492"/>
                </a:lnTo>
                <a:lnTo>
                  <a:pt x="222700" y="1085135"/>
                </a:lnTo>
                <a:lnTo>
                  <a:pt x="224581" y="1088439"/>
                </a:lnTo>
                <a:lnTo>
                  <a:pt x="226258" y="1091794"/>
                </a:lnTo>
                <a:lnTo>
                  <a:pt x="228190" y="1094082"/>
                </a:lnTo>
                <a:lnTo>
                  <a:pt x="231443" y="1094692"/>
                </a:lnTo>
                <a:lnTo>
                  <a:pt x="236476" y="1094742"/>
                </a:lnTo>
                <a:lnTo>
                  <a:pt x="248625" y="1092607"/>
                </a:lnTo>
                <a:lnTo>
                  <a:pt x="267230" y="1080916"/>
                </a:lnTo>
                <a:lnTo>
                  <a:pt x="290257" y="1060837"/>
                </a:lnTo>
                <a:lnTo>
                  <a:pt x="319944" y="1039233"/>
                </a:lnTo>
                <a:lnTo>
                  <a:pt x="357103" y="1016358"/>
                </a:lnTo>
                <a:lnTo>
                  <a:pt x="417747" y="979656"/>
                </a:lnTo>
                <a:lnTo>
                  <a:pt x="477526" y="945852"/>
                </a:lnTo>
                <a:lnTo>
                  <a:pt x="499944" y="933652"/>
                </a:lnTo>
                <a:lnTo>
                  <a:pt x="523225" y="919012"/>
                </a:lnTo>
                <a:lnTo>
                  <a:pt x="541119" y="906863"/>
                </a:lnTo>
                <a:lnTo>
                  <a:pt x="557639" y="895883"/>
                </a:lnTo>
                <a:lnTo>
                  <a:pt x="572889" y="885005"/>
                </a:lnTo>
                <a:lnTo>
                  <a:pt x="577871" y="881701"/>
                </a:lnTo>
                <a:lnTo>
                  <a:pt x="581785" y="878092"/>
                </a:lnTo>
                <a:lnTo>
                  <a:pt x="585547" y="872602"/>
                </a:lnTo>
                <a:lnTo>
                  <a:pt x="589207" y="867061"/>
                </a:lnTo>
                <a:lnTo>
                  <a:pt x="592867" y="861418"/>
                </a:lnTo>
                <a:lnTo>
                  <a:pt x="596425" y="855928"/>
                </a:lnTo>
                <a:lnTo>
                  <a:pt x="599933" y="850489"/>
                </a:lnTo>
                <a:lnTo>
                  <a:pt x="603440" y="845050"/>
                </a:lnTo>
                <a:lnTo>
                  <a:pt x="606083" y="842356"/>
                </a:lnTo>
                <a:lnTo>
                  <a:pt x="608676" y="840933"/>
                </a:lnTo>
                <a:lnTo>
                  <a:pt x="611929" y="839052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7387822" y="3646515"/>
            <a:ext cx="1135002" cy="1068258"/>
          </a:xfrm>
          <a:custGeom>
            <a:avLst/>
            <a:gdLst/>
            <a:ahLst/>
            <a:cxnLst/>
            <a:rect l="l" t="t" r="r" b="b"/>
            <a:pathLst>
              <a:path w="1135002" h="1068258">
                <a:moveTo>
                  <a:pt x="0" y="130184"/>
                </a:moveTo>
                <a:lnTo>
                  <a:pt x="2999" y="130184"/>
                </a:lnTo>
                <a:lnTo>
                  <a:pt x="11844" y="124185"/>
                </a:lnTo>
                <a:lnTo>
                  <a:pt x="27247" y="111020"/>
                </a:lnTo>
                <a:lnTo>
                  <a:pt x="52358" y="95820"/>
                </a:lnTo>
                <a:lnTo>
                  <a:pt x="83875" y="82299"/>
                </a:lnTo>
                <a:lnTo>
                  <a:pt x="115645" y="68930"/>
                </a:lnTo>
                <a:lnTo>
                  <a:pt x="150822" y="55510"/>
                </a:lnTo>
                <a:lnTo>
                  <a:pt x="189506" y="44428"/>
                </a:lnTo>
                <a:lnTo>
                  <a:pt x="250862" y="25366"/>
                </a:lnTo>
                <a:lnTo>
                  <a:pt x="322638" y="11895"/>
                </a:lnTo>
                <a:lnTo>
                  <a:pt x="389178" y="7981"/>
                </a:lnTo>
                <a:lnTo>
                  <a:pt x="414951" y="2745"/>
                </a:lnTo>
                <a:lnTo>
                  <a:pt x="486371" y="0"/>
                </a:lnTo>
                <a:lnTo>
                  <a:pt x="556369" y="0"/>
                </a:lnTo>
                <a:lnTo>
                  <a:pt x="579294" y="7167"/>
                </a:lnTo>
                <a:lnTo>
                  <a:pt x="608015" y="24502"/>
                </a:lnTo>
                <a:lnTo>
                  <a:pt x="635770" y="48800"/>
                </a:lnTo>
                <a:lnTo>
                  <a:pt x="664491" y="79910"/>
                </a:lnTo>
                <a:lnTo>
                  <a:pt x="697431" y="118695"/>
                </a:lnTo>
                <a:lnTo>
                  <a:pt x="730879" y="161192"/>
                </a:lnTo>
                <a:lnTo>
                  <a:pt x="764327" y="203688"/>
                </a:lnTo>
                <a:lnTo>
                  <a:pt x="789540" y="235256"/>
                </a:lnTo>
                <a:lnTo>
                  <a:pt x="807535" y="266721"/>
                </a:lnTo>
                <a:lnTo>
                  <a:pt x="830308" y="310387"/>
                </a:lnTo>
                <a:lnTo>
                  <a:pt x="848913" y="353290"/>
                </a:lnTo>
                <a:lnTo>
                  <a:pt x="863147" y="398328"/>
                </a:lnTo>
                <a:lnTo>
                  <a:pt x="873466" y="436962"/>
                </a:lnTo>
                <a:lnTo>
                  <a:pt x="880684" y="483271"/>
                </a:lnTo>
                <a:lnTo>
                  <a:pt x="887140" y="529376"/>
                </a:lnTo>
                <a:lnTo>
                  <a:pt x="890292" y="572279"/>
                </a:lnTo>
                <a:lnTo>
                  <a:pt x="890902" y="621435"/>
                </a:lnTo>
                <a:lnTo>
                  <a:pt x="891105" y="662661"/>
                </a:lnTo>
                <a:lnTo>
                  <a:pt x="891105" y="707445"/>
                </a:lnTo>
                <a:lnTo>
                  <a:pt x="891105" y="756143"/>
                </a:lnTo>
                <a:lnTo>
                  <a:pt x="891105" y="804180"/>
                </a:lnTo>
                <a:lnTo>
                  <a:pt x="891105" y="839713"/>
                </a:lnTo>
                <a:lnTo>
                  <a:pt x="891105" y="871026"/>
                </a:lnTo>
                <a:lnTo>
                  <a:pt x="889682" y="936143"/>
                </a:lnTo>
                <a:lnTo>
                  <a:pt x="880023" y="982706"/>
                </a:lnTo>
                <a:lnTo>
                  <a:pt x="876312" y="997448"/>
                </a:lnTo>
                <a:lnTo>
                  <a:pt x="871941" y="1013054"/>
                </a:lnTo>
                <a:lnTo>
                  <a:pt x="867264" y="1025863"/>
                </a:lnTo>
                <a:lnTo>
                  <a:pt x="859588" y="1040910"/>
                </a:lnTo>
                <a:lnTo>
                  <a:pt x="857962" y="1043960"/>
                </a:lnTo>
                <a:lnTo>
                  <a:pt x="856030" y="1047417"/>
                </a:lnTo>
                <a:lnTo>
                  <a:pt x="854302" y="1050873"/>
                </a:lnTo>
                <a:lnTo>
                  <a:pt x="854149" y="1054381"/>
                </a:lnTo>
                <a:lnTo>
                  <a:pt x="852522" y="1056160"/>
                </a:lnTo>
                <a:lnTo>
                  <a:pt x="850947" y="1051585"/>
                </a:lnTo>
                <a:lnTo>
                  <a:pt x="850947" y="1041266"/>
                </a:lnTo>
                <a:lnTo>
                  <a:pt x="850947" y="1023525"/>
                </a:lnTo>
                <a:lnTo>
                  <a:pt x="853488" y="995516"/>
                </a:lnTo>
                <a:lnTo>
                  <a:pt x="861215" y="964050"/>
                </a:lnTo>
                <a:lnTo>
                  <a:pt x="871890" y="929179"/>
                </a:lnTo>
                <a:lnTo>
                  <a:pt x="886225" y="886225"/>
                </a:lnTo>
                <a:lnTo>
                  <a:pt x="903305" y="843271"/>
                </a:lnTo>
                <a:lnTo>
                  <a:pt x="924807" y="789134"/>
                </a:lnTo>
                <a:lnTo>
                  <a:pt x="943056" y="745214"/>
                </a:lnTo>
                <a:lnTo>
                  <a:pt x="956883" y="715375"/>
                </a:lnTo>
                <a:lnTo>
                  <a:pt x="976149" y="677962"/>
                </a:lnTo>
                <a:lnTo>
                  <a:pt x="995109" y="644310"/>
                </a:lnTo>
                <a:lnTo>
                  <a:pt x="1011427" y="614217"/>
                </a:lnTo>
                <a:lnTo>
                  <a:pt x="1028913" y="590122"/>
                </a:lnTo>
                <a:lnTo>
                  <a:pt x="1062768" y="549100"/>
                </a:lnTo>
                <a:lnTo>
                  <a:pt x="1073087" y="536798"/>
                </a:lnTo>
                <a:lnTo>
                  <a:pt x="1081678" y="526174"/>
                </a:lnTo>
                <a:lnTo>
                  <a:pt x="1089507" y="518193"/>
                </a:lnTo>
                <a:lnTo>
                  <a:pt x="1097132" y="510517"/>
                </a:lnTo>
                <a:lnTo>
                  <a:pt x="1104553" y="504926"/>
                </a:lnTo>
                <a:lnTo>
                  <a:pt x="1111975" y="499334"/>
                </a:lnTo>
                <a:lnTo>
                  <a:pt x="1116651" y="494606"/>
                </a:lnTo>
                <a:lnTo>
                  <a:pt x="1119244" y="491963"/>
                </a:lnTo>
                <a:lnTo>
                  <a:pt x="1122497" y="488659"/>
                </a:lnTo>
                <a:lnTo>
                  <a:pt x="1125852" y="485253"/>
                </a:lnTo>
                <a:lnTo>
                  <a:pt x="1129309" y="481746"/>
                </a:lnTo>
                <a:lnTo>
                  <a:pt x="1132766" y="479611"/>
                </a:lnTo>
                <a:lnTo>
                  <a:pt x="1135002" y="477476"/>
                </a:lnTo>
                <a:lnTo>
                  <a:pt x="1134087" y="480119"/>
                </a:lnTo>
                <a:lnTo>
                  <a:pt x="1129461" y="490692"/>
                </a:lnTo>
                <a:lnTo>
                  <a:pt x="1122243" y="505129"/>
                </a:lnTo>
                <a:lnTo>
                  <a:pt x="1111619" y="524598"/>
                </a:lnTo>
                <a:lnTo>
                  <a:pt x="1099673" y="550523"/>
                </a:lnTo>
                <a:lnTo>
                  <a:pt x="1086558" y="580819"/>
                </a:lnTo>
                <a:lnTo>
                  <a:pt x="1070647" y="615538"/>
                </a:lnTo>
                <a:lnTo>
                  <a:pt x="1039385" y="690771"/>
                </a:lnTo>
                <a:lnTo>
                  <a:pt x="1025762" y="724982"/>
                </a:lnTo>
                <a:lnTo>
                  <a:pt x="1008326" y="763717"/>
                </a:lnTo>
                <a:lnTo>
                  <a:pt x="978436" y="829597"/>
                </a:lnTo>
                <a:lnTo>
                  <a:pt x="965118" y="862028"/>
                </a:lnTo>
                <a:lnTo>
                  <a:pt x="955358" y="886682"/>
                </a:lnTo>
                <a:lnTo>
                  <a:pt x="941328" y="925722"/>
                </a:lnTo>
                <a:lnTo>
                  <a:pt x="928366" y="955358"/>
                </a:lnTo>
                <a:lnTo>
                  <a:pt x="921452" y="968524"/>
                </a:lnTo>
                <a:lnTo>
                  <a:pt x="915657" y="987484"/>
                </a:lnTo>
                <a:lnTo>
                  <a:pt x="908490" y="1008733"/>
                </a:lnTo>
                <a:lnTo>
                  <a:pt x="901729" y="1025609"/>
                </a:lnTo>
                <a:lnTo>
                  <a:pt x="896900" y="1038013"/>
                </a:lnTo>
                <a:lnTo>
                  <a:pt x="892579" y="1047213"/>
                </a:lnTo>
                <a:lnTo>
                  <a:pt x="890139" y="1055448"/>
                </a:lnTo>
                <a:lnTo>
                  <a:pt x="888055" y="1061599"/>
                </a:lnTo>
                <a:lnTo>
                  <a:pt x="886225" y="1065717"/>
                </a:lnTo>
                <a:lnTo>
                  <a:pt x="884395" y="1067953"/>
                </a:lnTo>
                <a:lnTo>
                  <a:pt x="881294" y="1068258"/>
                </a:lnTo>
                <a:lnTo>
                  <a:pt x="878549" y="1068258"/>
                </a:lnTo>
                <a:lnTo>
                  <a:pt x="870212" y="1063480"/>
                </a:lnTo>
                <a:lnTo>
                  <a:pt x="860605" y="1053517"/>
                </a:lnTo>
                <a:lnTo>
                  <a:pt x="846626" y="1035674"/>
                </a:lnTo>
                <a:lnTo>
                  <a:pt x="833968" y="1018391"/>
                </a:lnTo>
                <a:lnTo>
                  <a:pt x="798995" y="962729"/>
                </a:lnTo>
                <a:lnTo>
                  <a:pt x="783694" y="932127"/>
                </a:lnTo>
                <a:lnTo>
                  <a:pt x="770935" y="906660"/>
                </a:lnTo>
                <a:lnTo>
                  <a:pt x="761430" y="885310"/>
                </a:lnTo>
                <a:lnTo>
                  <a:pt x="752178" y="864367"/>
                </a:lnTo>
                <a:lnTo>
                  <a:pt x="742926" y="843423"/>
                </a:lnTo>
                <a:lnTo>
                  <a:pt x="736826" y="826242"/>
                </a:lnTo>
                <a:lnTo>
                  <a:pt x="731692" y="812313"/>
                </a:lnTo>
                <a:lnTo>
                  <a:pt x="723711" y="794776"/>
                </a:lnTo>
                <a:lnTo>
                  <a:pt x="715070" y="776883"/>
                </a:lnTo>
                <a:lnTo>
                  <a:pt x="706276" y="760718"/>
                </a:lnTo>
                <a:lnTo>
                  <a:pt x="697736" y="746993"/>
                </a:lnTo>
                <a:lnTo>
                  <a:pt x="691026" y="735708"/>
                </a:lnTo>
                <a:lnTo>
                  <a:pt x="686552" y="728744"/>
                </a:lnTo>
                <a:lnTo>
                  <a:pt x="682536" y="722491"/>
                </a:lnTo>
                <a:lnTo>
                  <a:pt x="678724" y="716646"/>
                </a:lnTo>
                <a:lnTo>
                  <a:pt x="675166" y="714409"/>
                </a:lnTo>
                <a:lnTo>
                  <a:pt x="673234" y="712426"/>
                </a:lnTo>
                <a:lnTo>
                  <a:pt x="671353" y="710647"/>
                </a:lnTo>
                <a:lnTo>
                  <a:pt x="668049" y="710546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2338012" y="2952635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yes</a:t>
            </a:r>
            <a:endParaRPr lang="en-US" sz="2400" dirty="0"/>
          </a:p>
        </p:txBody>
      </p:sp>
      <p:sp>
        <p:nvSpPr>
          <p:cNvPr id="12" name="Text 6"/>
          <p:cNvSpPr/>
          <p:nvPr/>
        </p:nvSpPr>
        <p:spPr>
          <a:xfrm>
            <a:off x="8150427" y="3010536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767" y="833132"/>
            <a:ext cx="2556537" cy="8658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43973" y="-225897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</a:t>
            </a:r>
            <a:endParaRPr lang="en-US" sz="28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4619" y="2689799"/>
            <a:ext cx="2592725" cy="193955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79193" y="1971708"/>
            <a:ext cx="48790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Mutually Exclusive?</a:t>
            </a:r>
            <a:endParaRPr lang="en-US" sz="3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3180" y="5380997"/>
            <a:ext cx="2768005" cy="117759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360" y="5297988"/>
            <a:ext cx="5307939" cy="1177594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2444961" y="3480443"/>
            <a:ext cx="1594534" cy="1094742"/>
          </a:xfrm>
          <a:custGeom>
            <a:avLst/>
            <a:gdLst/>
            <a:ahLst/>
            <a:cxnLst/>
            <a:rect l="l" t="t" r="r" b="b"/>
            <a:pathLst>
              <a:path w="1594534" h="1094742">
                <a:moveTo>
                  <a:pt x="1592958" y="320045"/>
                </a:moveTo>
                <a:lnTo>
                  <a:pt x="1594534" y="320045"/>
                </a:lnTo>
                <a:lnTo>
                  <a:pt x="1591535" y="316945"/>
                </a:lnTo>
                <a:lnTo>
                  <a:pt x="1566576" y="297730"/>
                </a:lnTo>
                <a:lnTo>
                  <a:pt x="1546954" y="285987"/>
                </a:lnTo>
                <a:lnTo>
                  <a:pt x="1484531" y="248218"/>
                </a:lnTo>
                <a:lnTo>
                  <a:pt x="1456878" y="229867"/>
                </a:lnTo>
                <a:lnTo>
                  <a:pt x="1420939" y="204807"/>
                </a:lnTo>
                <a:lnTo>
                  <a:pt x="1345604" y="156007"/>
                </a:lnTo>
                <a:lnTo>
                  <a:pt x="1308242" y="131912"/>
                </a:lnTo>
                <a:lnTo>
                  <a:pt x="1240227" y="88856"/>
                </a:lnTo>
                <a:lnTo>
                  <a:pt x="1201085" y="64507"/>
                </a:lnTo>
                <a:lnTo>
                  <a:pt x="1168654" y="49664"/>
                </a:lnTo>
                <a:lnTo>
                  <a:pt x="1136476" y="36397"/>
                </a:lnTo>
                <a:lnTo>
                  <a:pt x="1105112" y="20892"/>
                </a:lnTo>
                <a:lnTo>
                  <a:pt x="1057583" y="6303"/>
                </a:lnTo>
                <a:lnTo>
                  <a:pt x="1013918" y="0"/>
                </a:lnTo>
                <a:lnTo>
                  <a:pt x="987129" y="0"/>
                </a:lnTo>
                <a:lnTo>
                  <a:pt x="956578" y="0"/>
                </a:lnTo>
                <a:lnTo>
                  <a:pt x="914996" y="0"/>
                </a:lnTo>
                <a:lnTo>
                  <a:pt x="872042" y="4372"/>
                </a:lnTo>
                <a:lnTo>
                  <a:pt x="839509" y="11031"/>
                </a:lnTo>
                <a:lnTo>
                  <a:pt x="800927" y="24400"/>
                </a:lnTo>
                <a:lnTo>
                  <a:pt x="753449" y="46563"/>
                </a:lnTo>
                <a:lnTo>
                  <a:pt x="722491" y="65524"/>
                </a:lnTo>
                <a:lnTo>
                  <a:pt x="683553" y="92465"/>
                </a:lnTo>
                <a:lnTo>
                  <a:pt x="645987" y="119509"/>
                </a:lnTo>
                <a:lnTo>
                  <a:pt x="610303" y="147569"/>
                </a:lnTo>
                <a:lnTo>
                  <a:pt x="568670" y="182135"/>
                </a:lnTo>
                <a:lnTo>
                  <a:pt x="535680" y="214719"/>
                </a:lnTo>
                <a:lnTo>
                  <a:pt x="503604" y="249438"/>
                </a:lnTo>
                <a:lnTo>
                  <a:pt x="475951" y="282581"/>
                </a:lnTo>
                <a:lnTo>
                  <a:pt x="426541" y="341751"/>
                </a:lnTo>
                <a:lnTo>
                  <a:pt x="404276" y="370574"/>
                </a:lnTo>
                <a:lnTo>
                  <a:pt x="346580" y="458515"/>
                </a:lnTo>
                <a:lnTo>
                  <a:pt x="333110" y="482508"/>
                </a:lnTo>
                <a:lnTo>
                  <a:pt x="293663" y="567704"/>
                </a:lnTo>
                <a:lnTo>
                  <a:pt x="281514" y="600034"/>
                </a:lnTo>
                <a:lnTo>
                  <a:pt x="268704" y="639379"/>
                </a:lnTo>
                <a:lnTo>
                  <a:pt x="249845" y="697634"/>
                </a:lnTo>
                <a:lnTo>
                  <a:pt x="242271" y="727676"/>
                </a:lnTo>
                <a:lnTo>
                  <a:pt x="236730" y="756600"/>
                </a:lnTo>
                <a:lnTo>
                  <a:pt x="231138" y="793048"/>
                </a:lnTo>
                <a:lnTo>
                  <a:pt x="228088" y="825784"/>
                </a:lnTo>
                <a:lnTo>
                  <a:pt x="228088" y="850133"/>
                </a:lnTo>
                <a:lnTo>
                  <a:pt x="228088" y="881091"/>
                </a:lnTo>
                <a:lnTo>
                  <a:pt x="228088" y="903457"/>
                </a:lnTo>
                <a:lnTo>
                  <a:pt x="228088" y="920029"/>
                </a:lnTo>
                <a:lnTo>
                  <a:pt x="228088" y="938685"/>
                </a:lnTo>
                <a:lnTo>
                  <a:pt x="228088" y="957086"/>
                </a:lnTo>
                <a:lnTo>
                  <a:pt x="228088" y="975742"/>
                </a:lnTo>
                <a:lnTo>
                  <a:pt x="228088" y="992009"/>
                </a:lnTo>
                <a:lnTo>
                  <a:pt x="228088" y="1005683"/>
                </a:lnTo>
                <a:lnTo>
                  <a:pt x="228088" y="1016714"/>
                </a:lnTo>
                <a:lnTo>
                  <a:pt x="228088" y="1027388"/>
                </a:lnTo>
                <a:lnTo>
                  <a:pt x="228088" y="1037758"/>
                </a:lnTo>
                <a:lnTo>
                  <a:pt x="228088" y="1045790"/>
                </a:lnTo>
                <a:lnTo>
                  <a:pt x="228088" y="1053669"/>
                </a:lnTo>
                <a:lnTo>
                  <a:pt x="228088" y="1059363"/>
                </a:lnTo>
                <a:lnTo>
                  <a:pt x="228088" y="1062819"/>
                </a:lnTo>
                <a:lnTo>
                  <a:pt x="228088" y="1066174"/>
                </a:lnTo>
                <a:lnTo>
                  <a:pt x="228088" y="1069529"/>
                </a:lnTo>
                <a:lnTo>
                  <a:pt x="228088" y="1069682"/>
                </a:lnTo>
                <a:lnTo>
                  <a:pt x="228088" y="1066835"/>
                </a:lnTo>
                <a:lnTo>
                  <a:pt x="224987" y="1063836"/>
                </a:lnTo>
                <a:lnTo>
                  <a:pt x="221582" y="1058753"/>
                </a:lnTo>
                <a:lnTo>
                  <a:pt x="217769" y="1053263"/>
                </a:lnTo>
                <a:lnTo>
                  <a:pt x="210653" y="1047468"/>
                </a:lnTo>
                <a:lnTo>
                  <a:pt x="192200" y="1029117"/>
                </a:lnTo>
                <a:lnTo>
                  <a:pt x="178628" y="1015544"/>
                </a:lnTo>
                <a:lnTo>
                  <a:pt x="165360" y="1002277"/>
                </a:lnTo>
                <a:lnTo>
                  <a:pt x="154177" y="989060"/>
                </a:lnTo>
                <a:lnTo>
                  <a:pt x="142790" y="973251"/>
                </a:lnTo>
                <a:lnTo>
                  <a:pt x="128354" y="953985"/>
                </a:lnTo>
                <a:lnTo>
                  <a:pt x="108020" y="921046"/>
                </a:lnTo>
                <a:lnTo>
                  <a:pt x="98718" y="906406"/>
                </a:lnTo>
                <a:lnTo>
                  <a:pt x="71471" y="864468"/>
                </a:lnTo>
                <a:lnTo>
                  <a:pt x="63948" y="849473"/>
                </a:lnTo>
                <a:lnTo>
                  <a:pt x="54951" y="831528"/>
                </a:lnTo>
                <a:lnTo>
                  <a:pt x="35278" y="792234"/>
                </a:lnTo>
                <a:lnTo>
                  <a:pt x="17131" y="755990"/>
                </a:lnTo>
                <a:lnTo>
                  <a:pt x="10878" y="741605"/>
                </a:lnTo>
                <a:lnTo>
                  <a:pt x="6202" y="728286"/>
                </a:lnTo>
                <a:lnTo>
                  <a:pt x="3863" y="717815"/>
                </a:lnTo>
                <a:lnTo>
                  <a:pt x="1881" y="710037"/>
                </a:lnTo>
                <a:lnTo>
                  <a:pt x="0" y="704598"/>
                </a:lnTo>
                <a:lnTo>
                  <a:pt x="0" y="699159"/>
                </a:lnTo>
                <a:lnTo>
                  <a:pt x="0" y="694126"/>
                </a:lnTo>
                <a:lnTo>
                  <a:pt x="1525" y="697126"/>
                </a:lnTo>
                <a:lnTo>
                  <a:pt x="9709" y="708106"/>
                </a:lnTo>
                <a:lnTo>
                  <a:pt x="36702" y="746230"/>
                </a:lnTo>
                <a:lnTo>
                  <a:pt x="50986" y="768444"/>
                </a:lnTo>
                <a:lnTo>
                  <a:pt x="64609" y="792946"/>
                </a:lnTo>
                <a:lnTo>
                  <a:pt x="80723" y="824056"/>
                </a:lnTo>
                <a:lnTo>
                  <a:pt x="102276" y="862333"/>
                </a:lnTo>
                <a:lnTo>
                  <a:pt x="122203" y="899340"/>
                </a:lnTo>
                <a:lnTo>
                  <a:pt x="137199" y="930755"/>
                </a:lnTo>
                <a:lnTo>
                  <a:pt x="166936" y="983519"/>
                </a:lnTo>
                <a:lnTo>
                  <a:pt x="189150" y="1029879"/>
                </a:lnTo>
                <a:lnTo>
                  <a:pt x="197436" y="1044468"/>
                </a:lnTo>
                <a:lnTo>
                  <a:pt x="203943" y="1057482"/>
                </a:lnTo>
                <a:lnTo>
                  <a:pt x="209890" y="1067648"/>
                </a:lnTo>
                <a:lnTo>
                  <a:pt x="215329" y="1073138"/>
                </a:lnTo>
                <a:lnTo>
                  <a:pt x="218684" y="1076493"/>
                </a:lnTo>
                <a:lnTo>
                  <a:pt x="220362" y="1079848"/>
                </a:lnTo>
                <a:lnTo>
                  <a:pt x="221327" y="1082492"/>
                </a:lnTo>
                <a:lnTo>
                  <a:pt x="222700" y="1085135"/>
                </a:lnTo>
                <a:lnTo>
                  <a:pt x="224581" y="1088439"/>
                </a:lnTo>
                <a:lnTo>
                  <a:pt x="226258" y="1091794"/>
                </a:lnTo>
                <a:lnTo>
                  <a:pt x="228190" y="1094082"/>
                </a:lnTo>
                <a:lnTo>
                  <a:pt x="231443" y="1094692"/>
                </a:lnTo>
                <a:lnTo>
                  <a:pt x="236476" y="1094742"/>
                </a:lnTo>
                <a:lnTo>
                  <a:pt x="248625" y="1092607"/>
                </a:lnTo>
                <a:lnTo>
                  <a:pt x="267230" y="1080916"/>
                </a:lnTo>
                <a:lnTo>
                  <a:pt x="290257" y="1060837"/>
                </a:lnTo>
                <a:lnTo>
                  <a:pt x="319944" y="1039233"/>
                </a:lnTo>
                <a:lnTo>
                  <a:pt x="357103" y="1016358"/>
                </a:lnTo>
                <a:lnTo>
                  <a:pt x="417747" y="979656"/>
                </a:lnTo>
                <a:lnTo>
                  <a:pt x="477526" y="945852"/>
                </a:lnTo>
                <a:lnTo>
                  <a:pt x="499944" y="933652"/>
                </a:lnTo>
                <a:lnTo>
                  <a:pt x="523225" y="919012"/>
                </a:lnTo>
                <a:lnTo>
                  <a:pt x="541119" y="906863"/>
                </a:lnTo>
                <a:lnTo>
                  <a:pt x="557639" y="895883"/>
                </a:lnTo>
                <a:lnTo>
                  <a:pt x="572889" y="885005"/>
                </a:lnTo>
                <a:lnTo>
                  <a:pt x="577871" y="881701"/>
                </a:lnTo>
                <a:lnTo>
                  <a:pt x="581785" y="878092"/>
                </a:lnTo>
                <a:lnTo>
                  <a:pt x="585547" y="872602"/>
                </a:lnTo>
                <a:lnTo>
                  <a:pt x="589207" y="867061"/>
                </a:lnTo>
                <a:lnTo>
                  <a:pt x="592867" y="861418"/>
                </a:lnTo>
                <a:lnTo>
                  <a:pt x="596425" y="855928"/>
                </a:lnTo>
                <a:lnTo>
                  <a:pt x="599933" y="850489"/>
                </a:lnTo>
                <a:lnTo>
                  <a:pt x="603440" y="845050"/>
                </a:lnTo>
                <a:lnTo>
                  <a:pt x="606083" y="842356"/>
                </a:lnTo>
                <a:lnTo>
                  <a:pt x="608676" y="840933"/>
                </a:lnTo>
                <a:lnTo>
                  <a:pt x="611929" y="839052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7387822" y="3646515"/>
            <a:ext cx="1135002" cy="1068258"/>
          </a:xfrm>
          <a:custGeom>
            <a:avLst/>
            <a:gdLst/>
            <a:ahLst/>
            <a:cxnLst/>
            <a:rect l="l" t="t" r="r" b="b"/>
            <a:pathLst>
              <a:path w="1135002" h="1068258">
                <a:moveTo>
                  <a:pt x="0" y="130184"/>
                </a:moveTo>
                <a:lnTo>
                  <a:pt x="2999" y="130184"/>
                </a:lnTo>
                <a:lnTo>
                  <a:pt x="11844" y="124185"/>
                </a:lnTo>
                <a:lnTo>
                  <a:pt x="27247" y="111020"/>
                </a:lnTo>
                <a:lnTo>
                  <a:pt x="52358" y="95820"/>
                </a:lnTo>
                <a:lnTo>
                  <a:pt x="83875" y="82299"/>
                </a:lnTo>
                <a:lnTo>
                  <a:pt x="115645" y="68930"/>
                </a:lnTo>
                <a:lnTo>
                  <a:pt x="150822" y="55510"/>
                </a:lnTo>
                <a:lnTo>
                  <a:pt x="189506" y="44428"/>
                </a:lnTo>
                <a:lnTo>
                  <a:pt x="250862" y="25366"/>
                </a:lnTo>
                <a:lnTo>
                  <a:pt x="322638" y="11895"/>
                </a:lnTo>
                <a:lnTo>
                  <a:pt x="389178" y="7981"/>
                </a:lnTo>
                <a:lnTo>
                  <a:pt x="414951" y="2745"/>
                </a:lnTo>
                <a:lnTo>
                  <a:pt x="486371" y="0"/>
                </a:lnTo>
                <a:lnTo>
                  <a:pt x="556369" y="0"/>
                </a:lnTo>
                <a:lnTo>
                  <a:pt x="579294" y="7167"/>
                </a:lnTo>
                <a:lnTo>
                  <a:pt x="608015" y="24502"/>
                </a:lnTo>
                <a:lnTo>
                  <a:pt x="635770" y="48800"/>
                </a:lnTo>
                <a:lnTo>
                  <a:pt x="664491" y="79910"/>
                </a:lnTo>
                <a:lnTo>
                  <a:pt x="697431" y="118695"/>
                </a:lnTo>
                <a:lnTo>
                  <a:pt x="730879" y="161192"/>
                </a:lnTo>
                <a:lnTo>
                  <a:pt x="764327" y="203688"/>
                </a:lnTo>
                <a:lnTo>
                  <a:pt x="789540" y="235256"/>
                </a:lnTo>
                <a:lnTo>
                  <a:pt x="807535" y="266721"/>
                </a:lnTo>
                <a:lnTo>
                  <a:pt x="830308" y="310387"/>
                </a:lnTo>
                <a:lnTo>
                  <a:pt x="848913" y="353290"/>
                </a:lnTo>
                <a:lnTo>
                  <a:pt x="863147" y="398328"/>
                </a:lnTo>
                <a:lnTo>
                  <a:pt x="873466" y="436962"/>
                </a:lnTo>
                <a:lnTo>
                  <a:pt x="880684" y="483271"/>
                </a:lnTo>
                <a:lnTo>
                  <a:pt x="887140" y="529376"/>
                </a:lnTo>
                <a:lnTo>
                  <a:pt x="890292" y="572279"/>
                </a:lnTo>
                <a:lnTo>
                  <a:pt x="890902" y="621435"/>
                </a:lnTo>
                <a:lnTo>
                  <a:pt x="891105" y="662661"/>
                </a:lnTo>
                <a:lnTo>
                  <a:pt x="891105" y="707445"/>
                </a:lnTo>
                <a:lnTo>
                  <a:pt x="891105" y="756143"/>
                </a:lnTo>
                <a:lnTo>
                  <a:pt x="891105" y="804180"/>
                </a:lnTo>
                <a:lnTo>
                  <a:pt x="891105" y="839713"/>
                </a:lnTo>
                <a:lnTo>
                  <a:pt x="891105" y="871026"/>
                </a:lnTo>
                <a:lnTo>
                  <a:pt x="889682" y="936143"/>
                </a:lnTo>
                <a:lnTo>
                  <a:pt x="880023" y="982706"/>
                </a:lnTo>
                <a:lnTo>
                  <a:pt x="876312" y="997448"/>
                </a:lnTo>
                <a:lnTo>
                  <a:pt x="871941" y="1013054"/>
                </a:lnTo>
                <a:lnTo>
                  <a:pt x="867264" y="1025863"/>
                </a:lnTo>
                <a:lnTo>
                  <a:pt x="859588" y="1040910"/>
                </a:lnTo>
                <a:lnTo>
                  <a:pt x="857962" y="1043960"/>
                </a:lnTo>
                <a:lnTo>
                  <a:pt x="856030" y="1047417"/>
                </a:lnTo>
                <a:lnTo>
                  <a:pt x="854302" y="1050873"/>
                </a:lnTo>
                <a:lnTo>
                  <a:pt x="854149" y="1054381"/>
                </a:lnTo>
                <a:lnTo>
                  <a:pt x="852522" y="1056160"/>
                </a:lnTo>
                <a:lnTo>
                  <a:pt x="850947" y="1051585"/>
                </a:lnTo>
                <a:lnTo>
                  <a:pt x="850947" y="1041266"/>
                </a:lnTo>
                <a:lnTo>
                  <a:pt x="850947" y="1023525"/>
                </a:lnTo>
                <a:lnTo>
                  <a:pt x="853488" y="995516"/>
                </a:lnTo>
                <a:lnTo>
                  <a:pt x="861215" y="964050"/>
                </a:lnTo>
                <a:lnTo>
                  <a:pt x="871890" y="929179"/>
                </a:lnTo>
                <a:lnTo>
                  <a:pt x="886225" y="886225"/>
                </a:lnTo>
                <a:lnTo>
                  <a:pt x="903305" y="843271"/>
                </a:lnTo>
                <a:lnTo>
                  <a:pt x="924807" y="789134"/>
                </a:lnTo>
                <a:lnTo>
                  <a:pt x="943056" y="745214"/>
                </a:lnTo>
                <a:lnTo>
                  <a:pt x="956883" y="715375"/>
                </a:lnTo>
                <a:lnTo>
                  <a:pt x="976149" y="677962"/>
                </a:lnTo>
                <a:lnTo>
                  <a:pt x="995109" y="644310"/>
                </a:lnTo>
                <a:lnTo>
                  <a:pt x="1011427" y="614217"/>
                </a:lnTo>
                <a:lnTo>
                  <a:pt x="1028913" y="590122"/>
                </a:lnTo>
                <a:lnTo>
                  <a:pt x="1062768" y="549100"/>
                </a:lnTo>
                <a:lnTo>
                  <a:pt x="1073087" y="536798"/>
                </a:lnTo>
                <a:lnTo>
                  <a:pt x="1081678" y="526174"/>
                </a:lnTo>
                <a:lnTo>
                  <a:pt x="1089507" y="518193"/>
                </a:lnTo>
                <a:lnTo>
                  <a:pt x="1097132" y="510517"/>
                </a:lnTo>
                <a:lnTo>
                  <a:pt x="1104553" y="504926"/>
                </a:lnTo>
                <a:lnTo>
                  <a:pt x="1111975" y="499334"/>
                </a:lnTo>
                <a:lnTo>
                  <a:pt x="1116651" y="494606"/>
                </a:lnTo>
                <a:lnTo>
                  <a:pt x="1119244" y="491963"/>
                </a:lnTo>
                <a:lnTo>
                  <a:pt x="1122497" y="488659"/>
                </a:lnTo>
                <a:lnTo>
                  <a:pt x="1125852" y="485253"/>
                </a:lnTo>
                <a:lnTo>
                  <a:pt x="1129309" y="481746"/>
                </a:lnTo>
                <a:lnTo>
                  <a:pt x="1132766" y="479611"/>
                </a:lnTo>
                <a:lnTo>
                  <a:pt x="1135002" y="477476"/>
                </a:lnTo>
                <a:lnTo>
                  <a:pt x="1134087" y="480119"/>
                </a:lnTo>
                <a:lnTo>
                  <a:pt x="1129461" y="490692"/>
                </a:lnTo>
                <a:lnTo>
                  <a:pt x="1122243" y="505129"/>
                </a:lnTo>
                <a:lnTo>
                  <a:pt x="1111619" y="524598"/>
                </a:lnTo>
                <a:lnTo>
                  <a:pt x="1099673" y="550523"/>
                </a:lnTo>
                <a:lnTo>
                  <a:pt x="1086558" y="580819"/>
                </a:lnTo>
                <a:lnTo>
                  <a:pt x="1070647" y="615538"/>
                </a:lnTo>
                <a:lnTo>
                  <a:pt x="1039385" y="690771"/>
                </a:lnTo>
                <a:lnTo>
                  <a:pt x="1025762" y="724982"/>
                </a:lnTo>
                <a:lnTo>
                  <a:pt x="1008326" y="763717"/>
                </a:lnTo>
                <a:lnTo>
                  <a:pt x="978436" y="829597"/>
                </a:lnTo>
                <a:lnTo>
                  <a:pt x="965118" y="862028"/>
                </a:lnTo>
                <a:lnTo>
                  <a:pt x="955358" y="886682"/>
                </a:lnTo>
                <a:lnTo>
                  <a:pt x="941328" y="925722"/>
                </a:lnTo>
                <a:lnTo>
                  <a:pt x="928366" y="955358"/>
                </a:lnTo>
                <a:lnTo>
                  <a:pt x="921452" y="968524"/>
                </a:lnTo>
                <a:lnTo>
                  <a:pt x="915657" y="987484"/>
                </a:lnTo>
                <a:lnTo>
                  <a:pt x="908490" y="1008733"/>
                </a:lnTo>
                <a:lnTo>
                  <a:pt x="901729" y="1025609"/>
                </a:lnTo>
                <a:lnTo>
                  <a:pt x="896900" y="1038013"/>
                </a:lnTo>
                <a:lnTo>
                  <a:pt x="892579" y="1047213"/>
                </a:lnTo>
                <a:lnTo>
                  <a:pt x="890139" y="1055448"/>
                </a:lnTo>
                <a:lnTo>
                  <a:pt x="888055" y="1061599"/>
                </a:lnTo>
                <a:lnTo>
                  <a:pt x="886225" y="1065717"/>
                </a:lnTo>
                <a:lnTo>
                  <a:pt x="884395" y="1067953"/>
                </a:lnTo>
                <a:lnTo>
                  <a:pt x="881294" y="1068258"/>
                </a:lnTo>
                <a:lnTo>
                  <a:pt x="878549" y="1068258"/>
                </a:lnTo>
                <a:lnTo>
                  <a:pt x="870212" y="1063480"/>
                </a:lnTo>
                <a:lnTo>
                  <a:pt x="860605" y="1053517"/>
                </a:lnTo>
                <a:lnTo>
                  <a:pt x="846626" y="1035674"/>
                </a:lnTo>
                <a:lnTo>
                  <a:pt x="833968" y="1018391"/>
                </a:lnTo>
                <a:lnTo>
                  <a:pt x="798995" y="962729"/>
                </a:lnTo>
                <a:lnTo>
                  <a:pt x="783694" y="932127"/>
                </a:lnTo>
                <a:lnTo>
                  <a:pt x="770935" y="906660"/>
                </a:lnTo>
                <a:lnTo>
                  <a:pt x="761430" y="885310"/>
                </a:lnTo>
                <a:lnTo>
                  <a:pt x="752178" y="864367"/>
                </a:lnTo>
                <a:lnTo>
                  <a:pt x="742926" y="843423"/>
                </a:lnTo>
                <a:lnTo>
                  <a:pt x="736826" y="826242"/>
                </a:lnTo>
                <a:lnTo>
                  <a:pt x="731692" y="812313"/>
                </a:lnTo>
                <a:lnTo>
                  <a:pt x="723711" y="794776"/>
                </a:lnTo>
                <a:lnTo>
                  <a:pt x="715070" y="776883"/>
                </a:lnTo>
                <a:lnTo>
                  <a:pt x="706276" y="760718"/>
                </a:lnTo>
                <a:lnTo>
                  <a:pt x="697736" y="746993"/>
                </a:lnTo>
                <a:lnTo>
                  <a:pt x="691026" y="735708"/>
                </a:lnTo>
                <a:lnTo>
                  <a:pt x="686552" y="728744"/>
                </a:lnTo>
                <a:lnTo>
                  <a:pt x="682536" y="722491"/>
                </a:lnTo>
                <a:lnTo>
                  <a:pt x="678724" y="716646"/>
                </a:lnTo>
                <a:lnTo>
                  <a:pt x="675166" y="714409"/>
                </a:lnTo>
                <a:lnTo>
                  <a:pt x="673234" y="712426"/>
                </a:lnTo>
                <a:lnTo>
                  <a:pt x="671353" y="710647"/>
                </a:lnTo>
                <a:lnTo>
                  <a:pt x="668049" y="710546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5"/>
          <p:cNvSpPr/>
          <p:nvPr/>
        </p:nvSpPr>
        <p:spPr>
          <a:xfrm>
            <a:off x="2338012" y="2952635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yes</a:t>
            </a:r>
            <a:endParaRPr lang="en-US" sz="2400" dirty="0"/>
          </a:p>
        </p:txBody>
      </p:sp>
      <p:sp>
        <p:nvSpPr>
          <p:cNvPr id="13" name="Text 6"/>
          <p:cNvSpPr/>
          <p:nvPr/>
        </p:nvSpPr>
        <p:spPr>
          <a:xfrm>
            <a:off x="8150427" y="3010536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635000"/>
            <a:ext cx="6699080" cy="2935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a die (mutually exclusive example):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E: Rolling a 4. 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F: Rolling an odd number.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489" y="2631146"/>
            <a:ext cx="7311099" cy="95898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849" y="1028258"/>
            <a:ext cx="1226873" cy="63929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879" y="1972967"/>
            <a:ext cx="1223036" cy="63929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4846" y="3656106"/>
            <a:ext cx="6699080" cy="2935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a die (not mutually exclusive exmaple):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E: Rolling a 4. 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F: Rolling an even number.</a:t>
            </a:r>
            <a:endParaRPr lang="en-US" sz="24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3643" y="4035703"/>
            <a:ext cx="1226873" cy="639299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975" y="4994072"/>
            <a:ext cx="1223036" cy="639299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39" y="5570289"/>
            <a:ext cx="10774826" cy="95898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970" y="833132"/>
            <a:ext cx="2972131" cy="865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-878301" y="-217052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7FF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and</a:t>
            </a:r>
            <a:endParaRPr lang="en-US" sz="2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970" y="833132"/>
            <a:ext cx="2972131" cy="865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77245" y="1894848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Independent?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-878301" y="-217052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7FF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and</a:t>
            </a:r>
            <a:endParaRPr lang="en-US" sz="2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970" y="833132"/>
            <a:ext cx="2972131" cy="865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77245" y="1894848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Independent?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07171" y="2631438"/>
            <a:ext cx="228600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-878301" y="-217052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7FF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and</a:t>
            </a:r>
            <a:endParaRPr lang="en-US" sz="2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970" y="833132"/>
            <a:ext cx="2972131" cy="865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77245" y="1894848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Independent?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07171" y="2631438"/>
            <a:ext cx="228600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-878301" y="-217052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7FF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and</a:t>
            </a:r>
            <a:endParaRPr lang="en-US" sz="2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338012" y="2952635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yes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970" y="833132"/>
            <a:ext cx="2972131" cy="865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77245" y="1894848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Independent?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444961" y="3480443"/>
            <a:ext cx="1594534" cy="1094742"/>
          </a:xfrm>
          <a:custGeom>
            <a:avLst/>
            <a:gdLst/>
            <a:ahLst/>
            <a:cxnLst/>
            <a:rect l="l" t="t" r="r" b="b"/>
            <a:pathLst>
              <a:path w="1594534" h="1094742">
                <a:moveTo>
                  <a:pt x="1592958" y="320045"/>
                </a:moveTo>
                <a:lnTo>
                  <a:pt x="1594534" y="320045"/>
                </a:lnTo>
                <a:lnTo>
                  <a:pt x="1591535" y="316945"/>
                </a:lnTo>
                <a:lnTo>
                  <a:pt x="1566576" y="297730"/>
                </a:lnTo>
                <a:lnTo>
                  <a:pt x="1546954" y="285987"/>
                </a:lnTo>
                <a:lnTo>
                  <a:pt x="1484531" y="248218"/>
                </a:lnTo>
                <a:lnTo>
                  <a:pt x="1456878" y="229867"/>
                </a:lnTo>
                <a:lnTo>
                  <a:pt x="1420939" y="204807"/>
                </a:lnTo>
                <a:lnTo>
                  <a:pt x="1345604" y="156007"/>
                </a:lnTo>
                <a:lnTo>
                  <a:pt x="1308242" y="131912"/>
                </a:lnTo>
                <a:lnTo>
                  <a:pt x="1240227" y="88856"/>
                </a:lnTo>
                <a:lnTo>
                  <a:pt x="1201085" y="64507"/>
                </a:lnTo>
                <a:lnTo>
                  <a:pt x="1168654" y="49664"/>
                </a:lnTo>
                <a:lnTo>
                  <a:pt x="1136476" y="36397"/>
                </a:lnTo>
                <a:lnTo>
                  <a:pt x="1105112" y="20892"/>
                </a:lnTo>
                <a:lnTo>
                  <a:pt x="1057583" y="6303"/>
                </a:lnTo>
                <a:lnTo>
                  <a:pt x="1013918" y="0"/>
                </a:lnTo>
                <a:lnTo>
                  <a:pt x="987129" y="0"/>
                </a:lnTo>
                <a:lnTo>
                  <a:pt x="956578" y="0"/>
                </a:lnTo>
                <a:lnTo>
                  <a:pt x="914996" y="0"/>
                </a:lnTo>
                <a:lnTo>
                  <a:pt x="872042" y="4372"/>
                </a:lnTo>
                <a:lnTo>
                  <a:pt x="839509" y="11031"/>
                </a:lnTo>
                <a:lnTo>
                  <a:pt x="800927" y="24400"/>
                </a:lnTo>
                <a:lnTo>
                  <a:pt x="753449" y="46563"/>
                </a:lnTo>
                <a:lnTo>
                  <a:pt x="722491" y="65524"/>
                </a:lnTo>
                <a:lnTo>
                  <a:pt x="683553" y="92465"/>
                </a:lnTo>
                <a:lnTo>
                  <a:pt x="645987" y="119509"/>
                </a:lnTo>
                <a:lnTo>
                  <a:pt x="610303" y="147569"/>
                </a:lnTo>
                <a:lnTo>
                  <a:pt x="568670" y="182135"/>
                </a:lnTo>
                <a:lnTo>
                  <a:pt x="535680" y="214719"/>
                </a:lnTo>
                <a:lnTo>
                  <a:pt x="503604" y="249438"/>
                </a:lnTo>
                <a:lnTo>
                  <a:pt x="475951" y="282581"/>
                </a:lnTo>
                <a:lnTo>
                  <a:pt x="426541" y="341751"/>
                </a:lnTo>
                <a:lnTo>
                  <a:pt x="404276" y="370574"/>
                </a:lnTo>
                <a:lnTo>
                  <a:pt x="346580" y="458515"/>
                </a:lnTo>
                <a:lnTo>
                  <a:pt x="333110" y="482508"/>
                </a:lnTo>
                <a:lnTo>
                  <a:pt x="293663" y="567704"/>
                </a:lnTo>
                <a:lnTo>
                  <a:pt x="281514" y="600034"/>
                </a:lnTo>
                <a:lnTo>
                  <a:pt x="268704" y="639379"/>
                </a:lnTo>
                <a:lnTo>
                  <a:pt x="249845" y="697634"/>
                </a:lnTo>
                <a:lnTo>
                  <a:pt x="242271" y="727676"/>
                </a:lnTo>
                <a:lnTo>
                  <a:pt x="236730" y="756600"/>
                </a:lnTo>
                <a:lnTo>
                  <a:pt x="231138" y="793048"/>
                </a:lnTo>
                <a:lnTo>
                  <a:pt x="228088" y="825784"/>
                </a:lnTo>
                <a:lnTo>
                  <a:pt x="228088" y="850133"/>
                </a:lnTo>
                <a:lnTo>
                  <a:pt x="228088" y="881091"/>
                </a:lnTo>
                <a:lnTo>
                  <a:pt x="228088" y="903457"/>
                </a:lnTo>
                <a:lnTo>
                  <a:pt x="228088" y="920029"/>
                </a:lnTo>
                <a:lnTo>
                  <a:pt x="228088" y="938685"/>
                </a:lnTo>
                <a:lnTo>
                  <a:pt x="228088" y="957086"/>
                </a:lnTo>
                <a:lnTo>
                  <a:pt x="228088" y="975742"/>
                </a:lnTo>
                <a:lnTo>
                  <a:pt x="228088" y="992009"/>
                </a:lnTo>
                <a:lnTo>
                  <a:pt x="228088" y="1005683"/>
                </a:lnTo>
                <a:lnTo>
                  <a:pt x="228088" y="1016714"/>
                </a:lnTo>
                <a:lnTo>
                  <a:pt x="228088" y="1027388"/>
                </a:lnTo>
                <a:lnTo>
                  <a:pt x="228088" y="1037758"/>
                </a:lnTo>
                <a:lnTo>
                  <a:pt x="228088" y="1045790"/>
                </a:lnTo>
                <a:lnTo>
                  <a:pt x="228088" y="1053669"/>
                </a:lnTo>
                <a:lnTo>
                  <a:pt x="228088" y="1059363"/>
                </a:lnTo>
                <a:lnTo>
                  <a:pt x="228088" y="1062819"/>
                </a:lnTo>
                <a:lnTo>
                  <a:pt x="228088" y="1066174"/>
                </a:lnTo>
                <a:lnTo>
                  <a:pt x="228088" y="1069529"/>
                </a:lnTo>
                <a:lnTo>
                  <a:pt x="228088" y="1069682"/>
                </a:lnTo>
                <a:lnTo>
                  <a:pt x="228088" y="1066835"/>
                </a:lnTo>
                <a:lnTo>
                  <a:pt x="224987" y="1063836"/>
                </a:lnTo>
                <a:lnTo>
                  <a:pt x="221582" y="1058753"/>
                </a:lnTo>
                <a:lnTo>
                  <a:pt x="217769" y="1053263"/>
                </a:lnTo>
                <a:lnTo>
                  <a:pt x="210653" y="1047468"/>
                </a:lnTo>
                <a:lnTo>
                  <a:pt x="192200" y="1029117"/>
                </a:lnTo>
                <a:lnTo>
                  <a:pt x="178628" y="1015544"/>
                </a:lnTo>
                <a:lnTo>
                  <a:pt x="165360" y="1002277"/>
                </a:lnTo>
                <a:lnTo>
                  <a:pt x="154177" y="989060"/>
                </a:lnTo>
                <a:lnTo>
                  <a:pt x="142790" y="973251"/>
                </a:lnTo>
                <a:lnTo>
                  <a:pt x="128354" y="953985"/>
                </a:lnTo>
                <a:lnTo>
                  <a:pt x="108020" y="921046"/>
                </a:lnTo>
                <a:lnTo>
                  <a:pt x="98718" y="906406"/>
                </a:lnTo>
                <a:lnTo>
                  <a:pt x="71471" y="864468"/>
                </a:lnTo>
                <a:lnTo>
                  <a:pt x="63948" y="849473"/>
                </a:lnTo>
                <a:lnTo>
                  <a:pt x="54951" y="831528"/>
                </a:lnTo>
                <a:lnTo>
                  <a:pt x="35278" y="792234"/>
                </a:lnTo>
                <a:lnTo>
                  <a:pt x="17131" y="755990"/>
                </a:lnTo>
                <a:lnTo>
                  <a:pt x="10878" y="741605"/>
                </a:lnTo>
                <a:lnTo>
                  <a:pt x="6202" y="728286"/>
                </a:lnTo>
                <a:lnTo>
                  <a:pt x="3863" y="717815"/>
                </a:lnTo>
                <a:lnTo>
                  <a:pt x="1881" y="710037"/>
                </a:lnTo>
                <a:lnTo>
                  <a:pt x="0" y="704598"/>
                </a:lnTo>
                <a:lnTo>
                  <a:pt x="0" y="699159"/>
                </a:lnTo>
                <a:lnTo>
                  <a:pt x="0" y="694126"/>
                </a:lnTo>
                <a:lnTo>
                  <a:pt x="1525" y="697126"/>
                </a:lnTo>
                <a:lnTo>
                  <a:pt x="9709" y="708106"/>
                </a:lnTo>
                <a:lnTo>
                  <a:pt x="36702" y="746230"/>
                </a:lnTo>
                <a:lnTo>
                  <a:pt x="50986" y="768444"/>
                </a:lnTo>
                <a:lnTo>
                  <a:pt x="64609" y="792946"/>
                </a:lnTo>
                <a:lnTo>
                  <a:pt x="80723" y="824056"/>
                </a:lnTo>
                <a:lnTo>
                  <a:pt x="102276" y="862333"/>
                </a:lnTo>
                <a:lnTo>
                  <a:pt x="122203" y="899340"/>
                </a:lnTo>
                <a:lnTo>
                  <a:pt x="137199" y="930755"/>
                </a:lnTo>
                <a:lnTo>
                  <a:pt x="166936" y="983519"/>
                </a:lnTo>
                <a:lnTo>
                  <a:pt x="189150" y="1029879"/>
                </a:lnTo>
                <a:lnTo>
                  <a:pt x="197436" y="1044468"/>
                </a:lnTo>
                <a:lnTo>
                  <a:pt x="203943" y="1057482"/>
                </a:lnTo>
                <a:lnTo>
                  <a:pt x="209890" y="1067648"/>
                </a:lnTo>
                <a:lnTo>
                  <a:pt x="215329" y="1073138"/>
                </a:lnTo>
                <a:lnTo>
                  <a:pt x="218684" y="1076493"/>
                </a:lnTo>
                <a:lnTo>
                  <a:pt x="220362" y="1079848"/>
                </a:lnTo>
                <a:lnTo>
                  <a:pt x="221327" y="1082492"/>
                </a:lnTo>
                <a:lnTo>
                  <a:pt x="222700" y="1085135"/>
                </a:lnTo>
                <a:lnTo>
                  <a:pt x="224581" y="1088439"/>
                </a:lnTo>
                <a:lnTo>
                  <a:pt x="226258" y="1091794"/>
                </a:lnTo>
                <a:lnTo>
                  <a:pt x="228190" y="1094082"/>
                </a:lnTo>
                <a:lnTo>
                  <a:pt x="231443" y="1094692"/>
                </a:lnTo>
                <a:lnTo>
                  <a:pt x="236476" y="1094742"/>
                </a:lnTo>
                <a:lnTo>
                  <a:pt x="248625" y="1092607"/>
                </a:lnTo>
                <a:lnTo>
                  <a:pt x="267230" y="1080916"/>
                </a:lnTo>
                <a:lnTo>
                  <a:pt x="290257" y="1060837"/>
                </a:lnTo>
                <a:lnTo>
                  <a:pt x="319944" y="1039233"/>
                </a:lnTo>
                <a:lnTo>
                  <a:pt x="357103" y="1016358"/>
                </a:lnTo>
                <a:lnTo>
                  <a:pt x="417747" y="979656"/>
                </a:lnTo>
                <a:lnTo>
                  <a:pt x="477526" y="945852"/>
                </a:lnTo>
                <a:lnTo>
                  <a:pt x="499944" y="933652"/>
                </a:lnTo>
                <a:lnTo>
                  <a:pt x="523225" y="919012"/>
                </a:lnTo>
                <a:lnTo>
                  <a:pt x="541119" y="906863"/>
                </a:lnTo>
                <a:lnTo>
                  <a:pt x="557639" y="895883"/>
                </a:lnTo>
                <a:lnTo>
                  <a:pt x="572889" y="885005"/>
                </a:lnTo>
                <a:lnTo>
                  <a:pt x="577871" y="881701"/>
                </a:lnTo>
                <a:lnTo>
                  <a:pt x="581785" y="878092"/>
                </a:lnTo>
                <a:lnTo>
                  <a:pt x="585547" y="872602"/>
                </a:lnTo>
                <a:lnTo>
                  <a:pt x="589207" y="867061"/>
                </a:lnTo>
                <a:lnTo>
                  <a:pt x="592867" y="861418"/>
                </a:lnTo>
                <a:lnTo>
                  <a:pt x="596425" y="855928"/>
                </a:lnTo>
                <a:lnTo>
                  <a:pt x="599933" y="850489"/>
                </a:lnTo>
                <a:lnTo>
                  <a:pt x="603440" y="845050"/>
                </a:lnTo>
                <a:lnTo>
                  <a:pt x="606083" y="842356"/>
                </a:lnTo>
                <a:lnTo>
                  <a:pt x="608676" y="840933"/>
                </a:lnTo>
                <a:lnTo>
                  <a:pt x="611929" y="839052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07171" y="2631438"/>
            <a:ext cx="228600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-878301" y="-217052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7FF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and</a:t>
            </a:r>
            <a:endParaRPr lang="en-US" sz="2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338012" y="2952635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yes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970" y="833132"/>
            <a:ext cx="2972131" cy="865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77245" y="1894848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Independent?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07" y="5380997"/>
            <a:ext cx="2571750" cy="117759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444961" y="3480443"/>
            <a:ext cx="1594534" cy="1094742"/>
          </a:xfrm>
          <a:custGeom>
            <a:avLst/>
            <a:gdLst/>
            <a:ahLst/>
            <a:cxnLst/>
            <a:rect l="l" t="t" r="r" b="b"/>
            <a:pathLst>
              <a:path w="1594534" h="1094742">
                <a:moveTo>
                  <a:pt x="1592958" y="320045"/>
                </a:moveTo>
                <a:lnTo>
                  <a:pt x="1594534" y="320045"/>
                </a:lnTo>
                <a:lnTo>
                  <a:pt x="1591535" y="316945"/>
                </a:lnTo>
                <a:lnTo>
                  <a:pt x="1566576" y="297730"/>
                </a:lnTo>
                <a:lnTo>
                  <a:pt x="1546954" y="285987"/>
                </a:lnTo>
                <a:lnTo>
                  <a:pt x="1484531" y="248218"/>
                </a:lnTo>
                <a:lnTo>
                  <a:pt x="1456878" y="229867"/>
                </a:lnTo>
                <a:lnTo>
                  <a:pt x="1420939" y="204807"/>
                </a:lnTo>
                <a:lnTo>
                  <a:pt x="1345604" y="156007"/>
                </a:lnTo>
                <a:lnTo>
                  <a:pt x="1308242" y="131912"/>
                </a:lnTo>
                <a:lnTo>
                  <a:pt x="1240227" y="88856"/>
                </a:lnTo>
                <a:lnTo>
                  <a:pt x="1201085" y="64507"/>
                </a:lnTo>
                <a:lnTo>
                  <a:pt x="1168654" y="49664"/>
                </a:lnTo>
                <a:lnTo>
                  <a:pt x="1136476" y="36397"/>
                </a:lnTo>
                <a:lnTo>
                  <a:pt x="1105112" y="20892"/>
                </a:lnTo>
                <a:lnTo>
                  <a:pt x="1057583" y="6303"/>
                </a:lnTo>
                <a:lnTo>
                  <a:pt x="1013918" y="0"/>
                </a:lnTo>
                <a:lnTo>
                  <a:pt x="987129" y="0"/>
                </a:lnTo>
                <a:lnTo>
                  <a:pt x="956578" y="0"/>
                </a:lnTo>
                <a:lnTo>
                  <a:pt x="914996" y="0"/>
                </a:lnTo>
                <a:lnTo>
                  <a:pt x="872042" y="4372"/>
                </a:lnTo>
                <a:lnTo>
                  <a:pt x="839509" y="11031"/>
                </a:lnTo>
                <a:lnTo>
                  <a:pt x="800927" y="24400"/>
                </a:lnTo>
                <a:lnTo>
                  <a:pt x="753449" y="46563"/>
                </a:lnTo>
                <a:lnTo>
                  <a:pt x="722491" y="65524"/>
                </a:lnTo>
                <a:lnTo>
                  <a:pt x="683553" y="92465"/>
                </a:lnTo>
                <a:lnTo>
                  <a:pt x="645987" y="119509"/>
                </a:lnTo>
                <a:lnTo>
                  <a:pt x="610303" y="147569"/>
                </a:lnTo>
                <a:lnTo>
                  <a:pt x="568670" y="182135"/>
                </a:lnTo>
                <a:lnTo>
                  <a:pt x="535680" y="214719"/>
                </a:lnTo>
                <a:lnTo>
                  <a:pt x="503604" y="249438"/>
                </a:lnTo>
                <a:lnTo>
                  <a:pt x="475951" y="282581"/>
                </a:lnTo>
                <a:lnTo>
                  <a:pt x="426541" y="341751"/>
                </a:lnTo>
                <a:lnTo>
                  <a:pt x="404276" y="370574"/>
                </a:lnTo>
                <a:lnTo>
                  <a:pt x="346580" y="458515"/>
                </a:lnTo>
                <a:lnTo>
                  <a:pt x="333110" y="482508"/>
                </a:lnTo>
                <a:lnTo>
                  <a:pt x="293663" y="567704"/>
                </a:lnTo>
                <a:lnTo>
                  <a:pt x="281514" y="600034"/>
                </a:lnTo>
                <a:lnTo>
                  <a:pt x="268704" y="639379"/>
                </a:lnTo>
                <a:lnTo>
                  <a:pt x="249845" y="697634"/>
                </a:lnTo>
                <a:lnTo>
                  <a:pt x="242271" y="727676"/>
                </a:lnTo>
                <a:lnTo>
                  <a:pt x="236730" y="756600"/>
                </a:lnTo>
                <a:lnTo>
                  <a:pt x="231138" y="793048"/>
                </a:lnTo>
                <a:lnTo>
                  <a:pt x="228088" y="825784"/>
                </a:lnTo>
                <a:lnTo>
                  <a:pt x="228088" y="850133"/>
                </a:lnTo>
                <a:lnTo>
                  <a:pt x="228088" y="881091"/>
                </a:lnTo>
                <a:lnTo>
                  <a:pt x="228088" y="903457"/>
                </a:lnTo>
                <a:lnTo>
                  <a:pt x="228088" y="920029"/>
                </a:lnTo>
                <a:lnTo>
                  <a:pt x="228088" y="938685"/>
                </a:lnTo>
                <a:lnTo>
                  <a:pt x="228088" y="957086"/>
                </a:lnTo>
                <a:lnTo>
                  <a:pt x="228088" y="975742"/>
                </a:lnTo>
                <a:lnTo>
                  <a:pt x="228088" y="992009"/>
                </a:lnTo>
                <a:lnTo>
                  <a:pt x="228088" y="1005683"/>
                </a:lnTo>
                <a:lnTo>
                  <a:pt x="228088" y="1016714"/>
                </a:lnTo>
                <a:lnTo>
                  <a:pt x="228088" y="1027388"/>
                </a:lnTo>
                <a:lnTo>
                  <a:pt x="228088" y="1037758"/>
                </a:lnTo>
                <a:lnTo>
                  <a:pt x="228088" y="1045790"/>
                </a:lnTo>
                <a:lnTo>
                  <a:pt x="228088" y="1053669"/>
                </a:lnTo>
                <a:lnTo>
                  <a:pt x="228088" y="1059363"/>
                </a:lnTo>
                <a:lnTo>
                  <a:pt x="228088" y="1062819"/>
                </a:lnTo>
                <a:lnTo>
                  <a:pt x="228088" y="1066174"/>
                </a:lnTo>
                <a:lnTo>
                  <a:pt x="228088" y="1069529"/>
                </a:lnTo>
                <a:lnTo>
                  <a:pt x="228088" y="1069682"/>
                </a:lnTo>
                <a:lnTo>
                  <a:pt x="228088" y="1066835"/>
                </a:lnTo>
                <a:lnTo>
                  <a:pt x="224987" y="1063836"/>
                </a:lnTo>
                <a:lnTo>
                  <a:pt x="221582" y="1058753"/>
                </a:lnTo>
                <a:lnTo>
                  <a:pt x="217769" y="1053263"/>
                </a:lnTo>
                <a:lnTo>
                  <a:pt x="210653" y="1047468"/>
                </a:lnTo>
                <a:lnTo>
                  <a:pt x="192200" y="1029117"/>
                </a:lnTo>
                <a:lnTo>
                  <a:pt x="178628" y="1015544"/>
                </a:lnTo>
                <a:lnTo>
                  <a:pt x="165360" y="1002277"/>
                </a:lnTo>
                <a:lnTo>
                  <a:pt x="154177" y="989060"/>
                </a:lnTo>
                <a:lnTo>
                  <a:pt x="142790" y="973251"/>
                </a:lnTo>
                <a:lnTo>
                  <a:pt x="128354" y="953985"/>
                </a:lnTo>
                <a:lnTo>
                  <a:pt x="108020" y="921046"/>
                </a:lnTo>
                <a:lnTo>
                  <a:pt x="98718" y="906406"/>
                </a:lnTo>
                <a:lnTo>
                  <a:pt x="71471" y="864468"/>
                </a:lnTo>
                <a:lnTo>
                  <a:pt x="63948" y="849473"/>
                </a:lnTo>
                <a:lnTo>
                  <a:pt x="54951" y="831528"/>
                </a:lnTo>
                <a:lnTo>
                  <a:pt x="35278" y="792234"/>
                </a:lnTo>
                <a:lnTo>
                  <a:pt x="17131" y="755990"/>
                </a:lnTo>
                <a:lnTo>
                  <a:pt x="10878" y="741605"/>
                </a:lnTo>
                <a:lnTo>
                  <a:pt x="6202" y="728286"/>
                </a:lnTo>
                <a:lnTo>
                  <a:pt x="3863" y="717815"/>
                </a:lnTo>
                <a:lnTo>
                  <a:pt x="1881" y="710037"/>
                </a:lnTo>
                <a:lnTo>
                  <a:pt x="0" y="704598"/>
                </a:lnTo>
                <a:lnTo>
                  <a:pt x="0" y="699159"/>
                </a:lnTo>
                <a:lnTo>
                  <a:pt x="0" y="694126"/>
                </a:lnTo>
                <a:lnTo>
                  <a:pt x="1525" y="697126"/>
                </a:lnTo>
                <a:lnTo>
                  <a:pt x="9709" y="708106"/>
                </a:lnTo>
                <a:lnTo>
                  <a:pt x="36702" y="746230"/>
                </a:lnTo>
                <a:lnTo>
                  <a:pt x="50986" y="768444"/>
                </a:lnTo>
                <a:lnTo>
                  <a:pt x="64609" y="792946"/>
                </a:lnTo>
                <a:lnTo>
                  <a:pt x="80723" y="824056"/>
                </a:lnTo>
                <a:lnTo>
                  <a:pt x="102276" y="862333"/>
                </a:lnTo>
                <a:lnTo>
                  <a:pt x="122203" y="899340"/>
                </a:lnTo>
                <a:lnTo>
                  <a:pt x="137199" y="930755"/>
                </a:lnTo>
                <a:lnTo>
                  <a:pt x="166936" y="983519"/>
                </a:lnTo>
                <a:lnTo>
                  <a:pt x="189150" y="1029879"/>
                </a:lnTo>
                <a:lnTo>
                  <a:pt x="197436" y="1044468"/>
                </a:lnTo>
                <a:lnTo>
                  <a:pt x="203943" y="1057482"/>
                </a:lnTo>
                <a:lnTo>
                  <a:pt x="209890" y="1067648"/>
                </a:lnTo>
                <a:lnTo>
                  <a:pt x="215329" y="1073138"/>
                </a:lnTo>
                <a:lnTo>
                  <a:pt x="218684" y="1076493"/>
                </a:lnTo>
                <a:lnTo>
                  <a:pt x="220362" y="1079848"/>
                </a:lnTo>
                <a:lnTo>
                  <a:pt x="221327" y="1082492"/>
                </a:lnTo>
                <a:lnTo>
                  <a:pt x="222700" y="1085135"/>
                </a:lnTo>
                <a:lnTo>
                  <a:pt x="224581" y="1088439"/>
                </a:lnTo>
                <a:lnTo>
                  <a:pt x="226258" y="1091794"/>
                </a:lnTo>
                <a:lnTo>
                  <a:pt x="228190" y="1094082"/>
                </a:lnTo>
                <a:lnTo>
                  <a:pt x="231443" y="1094692"/>
                </a:lnTo>
                <a:lnTo>
                  <a:pt x="236476" y="1094742"/>
                </a:lnTo>
                <a:lnTo>
                  <a:pt x="248625" y="1092607"/>
                </a:lnTo>
                <a:lnTo>
                  <a:pt x="267230" y="1080916"/>
                </a:lnTo>
                <a:lnTo>
                  <a:pt x="290257" y="1060837"/>
                </a:lnTo>
                <a:lnTo>
                  <a:pt x="319944" y="1039233"/>
                </a:lnTo>
                <a:lnTo>
                  <a:pt x="357103" y="1016358"/>
                </a:lnTo>
                <a:lnTo>
                  <a:pt x="417747" y="979656"/>
                </a:lnTo>
                <a:lnTo>
                  <a:pt x="477526" y="945852"/>
                </a:lnTo>
                <a:lnTo>
                  <a:pt x="499944" y="933652"/>
                </a:lnTo>
                <a:lnTo>
                  <a:pt x="523225" y="919012"/>
                </a:lnTo>
                <a:lnTo>
                  <a:pt x="541119" y="906863"/>
                </a:lnTo>
                <a:lnTo>
                  <a:pt x="557639" y="895883"/>
                </a:lnTo>
                <a:lnTo>
                  <a:pt x="572889" y="885005"/>
                </a:lnTo>
                <a:lnTo>
                  <a:pt x="577871" y="881701"/>
                </a:lnTo>
                <a:lnTo>
                  <a:pt x="581785" y="878092"/>
                </a:lnTo>
                <a:lnTo>
                  <a:pt x="585547" y="872602"/>
                </a:lnTo>
                <a:lnTo>
                  <a:pt x="589207" y="867061"/>
                </a:lnTo>
                <a:lnTo>
                  <a:pt x="592867" y="861418"/>
                </a:lnTo>
                <a:lnTo>
                  <a:pt x="596425" y="855928"/>
                </a:lnTo>
                <a:lnTo>
                  <a:pt x="599933" y="850489"/>
                </a:lnTo>
                <a:lnTo>
                  <a:pt x="603440" y="845050"/>
                </a:lnTo>
                <a:lnTo>
                  <a:pt x="606083" y="842356"/>
                </a:lnTo>
                <a:lnTo>
                  <a:pt x="608676" y="840933"/>
                </a:lnTo>
                <a:lnTo>
                  <a:pt x="611929" y="839052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7171" y="2631438"/>
            <a:ext cx="2286000" cy="2286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-878301" y="-217052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7FF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and</a:t>
            </a:r>
            <a:endParaRPr lang="en-US" sz="2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338012" y="2952635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yes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970" y="833132"/>
            <a:ext cx="2972131" cy="865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77245" y="1894848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Independent?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07" y="5380997"/>
            <a:ext cx="2571750" cy="117759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444961" y="3480443"/>
            <a:ext cx="1594534" cy="1094742"/>
          </a:xfrm>
          <a:custGeom>
            <a:avLst/>
            <a:gdLst/>
            <a:ahLst/>
            <a:cxnLst/>
            <a:rect l="l" t="t" r="r" b="b"/>
            <a:pathLst>
              <a:path w="1594534" h="1094742">
                <a:moveTo>
                  <a:pt x="1592958" y="320045"/>
                </a:moveTo>
                <a:lnTo>
                  <a:pt x="1594534" y="320045"/>
                </a:lnTo>
                <a:lnTo>
                  <a:pt x="1591535" y="316945"/>
                </a:lnTo>
                <a:lnTo>
                  <a:pt x="1566576" y="297730"/>
                </a:lnTo>
                <a:lnTo>
                  <a:pt x="1546954" y="285987"/>
                </a:lnTo>
                <a:lnTo>
                  <a:pt x="1484531" y="248218"/>
                </a:lnTo>
                <a:lnTo>
                  <a:pt x="1456878" y="229867"/>
                </a:lnTo>
                <a:lnTo>
                  <a:pt x="1420939" y="204807"/>
                </a:lnTo>
                <a:lnTo>
                  <a:pt x="1345604" y="156007"/>
                </a:lnTo>
                <a:lnTo>
                  <a:pt x="1308242" y="131912"/>
                </a:lnTo>
                <a:lnTo>
                  <a:pt x="1240227" y="88856"/>
                </a:lnTo>
                <a:lnTo>
                  <a:pt x="1201085" y="64507"/>
                </a:lnTo>
                <a:lnTo>
                  <a:pt x="1168654" y="49664"/>
                </a:lnTo>
                <a:lnTo>
                  <a:pt x="1136476" y="36397"/>
                </a:lnTo>
                <a:lnTo>
                  <a:pt x="1105112" y="20892"/>
                </a:lnTo>
                <a:lnTo>
                  <a:pt x="1057583" y="6303"/>
                </a:lnTo>
                <a:lnTo>
                  <a:pt x="1013918" y="0"/>
                </a:lnTo>
                <a:lnTo>
                  <a:pt x="987129" y="0"/>
                </a:lnTo>
                <a:lnTo>
                  <a:pt x="956578" y="0"/>
                </a:lnTo>
                <a:lnTo>
                  <a:pt x="914996" y="0"/>
                </a:lnTo>
                <a:lnTo>
                  <a:pt x="872042" y="4372"/>
                </a:lnTo>
                <a:lnTo>
                  <a:pt x="839509" y="11031"/>
                </a:lnTo>
                <a:lnTo>
                  <a:pt x="800927" y="24400"/>
                </a:lnTo>
                <a:lnTo>
                  <a:pt x="753449" y="46563"/>
                </a:lnTo>
                <a:lnTo>
                  <a:pt x="722491" y="65524"/>
                </a:lnTo>
                <a:lnTo>
                  <a:pt x="683553" y="92465"/>
                </a:lnTo>
                <a:lnTo>
                  <a:pt x="645987" y="119509"/>
                </a:lnTo>
                <a:lnTo>
                  <a:pt x="610303" y="147569"/>
                </a:lnTo>
                <a:lnTo>
                  <a:pt x="568670" y="182135"/>
                </a:lnTo>
                <a:lnTo>
                  <a:pt x="535680" y="214719"/>
                </a:lnTo>
                <a:lnTo>
                  <a:pt x="503604" y="249438"/>
                </a:lnTo>
                <a:lnTo>
                  <a:pt x="475951" y="282581"/>
                </a:lnTo>
                <a:lnTo>
                  <a:pt x="426541" y="341751"/>
                </a:lnTo>
                <a:lnTo>
                  <a:pt x="404276" y="370574"/>
                </a:lnTo>
                <a:lnTo>
                  <a:pt x="346580" y="458515"/>
                </a:lnTo>
                <a:lnTo>
                  <a:pt x="333110" y="482508"/>
                </a:lnTo>
                <a:lnTo>
                  <a:pt x="293663" y="567704"/>
                </a:lnTo>
                <a:lnTo>
                  <a:pt x="281514" y="600034"/>
                </a:lnTo>
                <a:lnTo>
                  <a:pt x="268704" y="639379"/>
                </a:lnTo>
                <a:lnTo>
                  <a:pt x="249845" y="697634"/>
                </a:lnTo>
                <a:lnTo>
                  <a:pt x="242271" y="727676"/>
                </a:lnTo>
                <a:lnTo>
                  <a:pt x="236730" y="756600"/>
                </a:lnTo>
                <a:lnTo>
                  <a:pt x="231138" y="793048"/>
                </a:lnTo>
                <a:lnTo>
                  <a:pt x="228088" y="825784"/>
                </a:lnTo>
                <a:lnTo>
                  <a:pt x="228088" y="850133"/>
                </a:lnTo>
                <a:lnTo>
                  <a:pt x="228088" y="881091"/>
                </a:lnTo>
                <a:lnTo>
                  <a:pt x="228088" y="903457"/>
                </a:lnTo>
                <a:lnTo>
                  <a:pt x="228088" y="920029"/>
                </a:lnTo>
                <a:lnTo>
                  <a:pt x="228088" y="938685"/>
                </a:lnTo>
                <a:lnTo>
                  <a:pt x="228088" y="957086"/>
                </a:lnTo>
                <a:lnTo>
                  <a:pt x="228088" y="975742"/>
                </a:lnTo>
                <a:lnTo>
                  <a:pt x="228088" y="992009"/>
                </a:lnTo>
                <a:lnTo>
                  <a:pt x="228088" y="1005683"/>
                </a:lnTo>
                <a:lnTo>
                  <a:pt x="228088" y="1016714"/>
                </a:lnTo>
                <a:lnTo>
                  <a:pt x="228088" y="1027388"/>
                </a:lnTo>
                <a:lnTo>
                  <a:pt x="228088" y="1037758"/>
                </a:lnTo>
                <a:lnTo>
                  <a:pt x="228088" y="1045790"/>
                </a:lnTo>
                <a:lnTo>
                  <a:pt x="228088" y="1053669"/>
                </a:lnTo>
                <a:lnTo>
                  <a:pt x="228088" y="1059363"/>
                </a:lnTo>
                <a:lnTo>
                  <a:pt x="228088" y="1062819"/>
                </a:lnTo>
                <a:lnTo>
                  <a:pt x="228088" y="1066174"/>
                </a:lnTo>
                <a:lnTo>
                  <a:pt x="228088" y="1069529"/>
                </a:lnTo>
                <a:lnTo>
                  <a:pt x="228088" y="1069682"/>
                </a:lnTo>
                <a:lnTo>
                  <a:pt x="228088" y="1066835"/>
                </a:lnTo>
                <a:lnTo>
                  <a:pt x="224987" y="1063836"/>
                </a:lnTo>
                <a:lnTo>
                  <a:pt x="221582" y="1058753"/>
                </a:lnTo>
                <a:lnTo>
                  <a:pt x="217769" y="1053263"/>
                </a:lnTo>
                <a:lnTo>
                  <a:pt x="210653" y="1047468"/>
                </a:lnTo>
                <a:lnTo>
                  <a:pt x="192200" y="1029117"/>
                </a:lnTo>
                <a:lnTo>
                  <a:pt x="178628" y="1015544"/>
                </a:lnTo>
                <a:lnTo>
                  <a:pt x="165360" y="1002277"/>
                </a:lnTo>
                <a:lnTo>
                  <a:pt x="154177" y="989060"/>
                </a:lnTo>
                <a:lnTo>
                  <a:pt x="142790" y="973251"/>
                </a:lnTo>
                <a:lnTo>
                  <a:pt x="128354" y="953985"/>
                </a:lnTo>
                <a:lnTo>
                  <a:pt x="108020" y="921046"/>
                </a:lnTo>
                <a:lnTo>
                  <a:pt x="98718" y="906406"/>
                </a:lnTo>
                <a:lnTo>
                  <a:pt x="71471" y="864468"/>
                </a:lnTo>
                <a:lnTo>
                  <a:pt x="63948" y="849473"/>
                </a:lnTo>
                <a:lnTo>
                  <a:pt x="54951" y="831528"/>
                </a:lnTo>
                <a:lnTo>
                  <a:pt x="35278" y="792234"/>
                </a:lnTo>
                <a:lnTo>
                  <a:pt x="17131" y="755990"/>
                </a:lnTo>
                <a:lnTo>
                  <a:pt x="10878" y="741605"/>
                </a:lnTo>
                <a:lnTo>
                  <a:pt x="6202" y="728286"/>
                </a:lnTo>
                <a:lnTo>
                  <a:pt x="3863" y="717815"/>
                </a:lnTo>
                <a:lnTo>
                  <a:pt x="1881" y="710037"/>
                </a:lnTo>
                <a:lnTo>
                  <a:pt x="0" y="704598"/>
                </a:lnTo>
                <a:lnTo>
                  <a:pt x="0" y="699159"/>
                </a:lnTo>
                <a:lnTo>
                  <a:pt x="0" y="694126"/>
                </a:lnTo>
                <a:lnTo>
                  <a:pt x="1525" y="697126"/>
                </a:lnTo>
                <a:lnTo>
                  <a:pt x="9709" y="708106"/>
                </a:lnTo>
                <a:lnTo>
                  <a:pt x="36702" y="746230"/>
                </a:lnTo>
                <a:lnTo>
                  <a:pt x="50986" y="768444"/>
                </a:lnTo>
                <a:lnTo>
                  <a:pt x="64609" y="792946"/>
                </a:lnTo>
                <a:lnTo>
                  <a:pt x="80723" y="824056"/>
                </a:lnTo>
                <a:lnTo>
                  <a:pt x="102276" y="862333"/>
                </a:lnTo>
                <a:lnTo>
                  <a:pt x="122203" y="899340"/>
                </a:lnTo>
                <a:lnTo>
                  <a:pt x="137199" y="930755"/>
                </a:lnTo>
                <a:lnTo>
                  <a:pt x="166936" y="983519"/>
                </a:lnTo>
                <a:lnTo>
                  <a:pt x="189150" y="1029879"/>
                </a:lnTo>
                <a:lnTo>
                  <a:pt x="197436" y="1044468"/>
                </a:lnTo>
                <a:lnTo>
                  <a:pt x="203943" y="1057482"/>
                </a:lnTo>
                <a:lnTo>
                  <a:pt x="209890" y="1067648"/>
                </a:lnTo>
                <a:lnTo>
                  <a:pt x="215329" y="1073138"/>
                </a:lnTo>
                <a:lnTo>
                  <a:pt x="218684" y="1076493"/>
                </a:lnTo>
                <a:lnTo>
                  <a:pt x="220362" y="1079848"/>
                </a:lnTo>
                <a:lnTo>
                  <a:pt x="221327" y="1082492"/>
                </a:lnTo>
                <a:lnTo>
                  <a:pt x="222700" y="1085135"/>
                </a:lnTo>
                <a:lnTo>
                  <a:pt x="224581" y="1088439"/>
                </a:lnTo>
                <a:lnTo>
                  <a:pt x="226258" y="1091794"/>
                </a:lnTo>
                <a:lnTo>
                  <a:pt x="228190" y="1094082"/>
                </a:lnTo>
                <a:lnTo>
                  <a:pt x="231443" y="1094692"/>
                </a:lnTo>
                <a:lnTo>
                  <a:pt x="236476" y="1094742"/>
                </a:lnTo>
                <a:lnTo>
                  <a:pt x="248625" y="1092607"/>
                </a:lnTo>
                <a:lnTo>
                  <a:pt x="267230" y="1080916"/>
                </a:lnTo>
                <a:lnTo>
                  <a:pt x="290257" y="1060837"/>
                </a:lnTo>
                <a:lnTo>
                  <a:pt x="319944" y="1039233"/>
                </a:lnTo>
                <a:lnTo>
                  <a:pt x="357103" y="1016358"/>
                </a:lnTo>
                <a:lnTo>
                  <a:pt x="417747" y="979656"/>
                </a:lnTo>
                <a:lnTo>
                  <a:pt x="477526" y="945852"/>
                </a:lnTo>
                <a:lnTo>
                  <a:pt x="499944" y="933652"/>
                </a:lnTo>
                <a:lnTo>
                  <a:pt x="523225" y="919012"/>
                </a:lnTo>
                <a:lnTo>
                  <a:pt x="541119" y="906863"/>
                </a:lnTo>
                <a:lnTo>
                  <a:pt x="557639" y="895883"/>
                </a:lnTo>
                <a:lnTo>
                  <a:pt x="572889" y="885005"/>
                </a:lnTo>
                <a:lnTo>
                  <a:pt x="577871" y="881701"/>
                </a:lnTo>
                <a:lnTo>
                  <a:pt x="581785" y="878092"/>
                </a:lnTo>
                <a:lnTo>
                  <a:pt x="585547" y="872602"/>
                </a:lnTo>
                <a:lnTo>
                  <a:pt x="589207" y="867061"/>
                </a:lnTo>
                <a:lnTo>
                  <a:pt x="592867" y="861418"/>
                </a:lnTo>
                <a:lnTo>
                  <a:pt x="596425" y="855928"/>
                </a:lnTo>
                <a:lnTo>
                  <a:pt x="599933" y="850489"/>
                </a:lnTo>
                <a:lnTo>
                  <a:pt x="603440" y="845050"/>
                </a:lnTo>
                <a:lnTo>
                  <a:pt x="606083" y="842356"/>
                </a:lnTo>
                <a:lnTo>
                  <a:pt x="608676" y="840933"/>
                </a:lnTo>
                <a:lnTo>
                  <a:pt x="611929" y="839052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7171" y="2631438"/>
            <a:ext cx="2286000" cy="2286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-878301" y="-217052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7FF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and</a:t>
            </a:r>
            <a:endParaRPr lang="en-US" sz="2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338012" y="2952635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yes</a:t>
            </a:r>
            <a:endParaRPr lang="en-US" sz="2400" dirty="0"/>
          </a:p>
        </p:txBody>
      </p:sp>
      <p:sp>
        <p:nvSpPr>
          <p:cNvPr id="11" name="Text 5"/>
          <p:cNvSpPr/>
          <p:nvPr/>
        </p:nvSpPr>
        <p:spPr>
          <a:xfrm>
            <a:off x="8150427" y="3010536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970" y="833132"/>
            <a:ext cx="2972131" cy="865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77245" y="1894848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Independent?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07" y="5380997"/>
            <a:ext cx="2571750" cy="117759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444961" y="3480443"/>
            <a:ext cx="1594534" cy="1094742"/>
          </a:xfrm>
          <a:custGeom>
            <a:avLst/>
            <a:gdLst/>
            <a:ahLst/>
            <a:cxnLst/>
            <a:rect l="l" t="t" r="r" b="b"/>
            <a:pathLst>
              <a:path w="1594534" h="1094742">
                <a:moveTo>
                  <a:pt x="1592958" y="320045"/>
                </a:moveTo>
                <a:lnTo>
                  <a:pt x="1594534" y="320045"/>
                </a:lnTo>
                <a:lnTo>
                  <a:pt x="1591535" y="316945"/>
                </a:lnTo>
                <a:lnTo>
                  <a:pt x="1566576" y="297730"/>
                </a:lnTo>
                <a:lnTo>
                  <a:pt x="1546954" y="285987"/>
                </a:lnTo>
                <a:lnTo>
                  <a:pt x="1484531" y="248218"/>
                </a:lnTo>
                <a:lnTo>
                  <a:pt x="1456878" y="229867"/>
                </a:lnTo>
                <a:lnTo>
                  <a:pt x="1420939" y="204807"/>
                </a:lnTo>
                <a:lnTo>
                  <a:pt x="1345604" y="156007"/>
                </a:lnTo>
                <a:lnTo>
                  <a:pt x="1308242" y="131912"/>
                </a:lnTo>
                <a:lnTo>
                  <a:pt x="1240227" y="88856"/>
                </a:lnTo>
                <a:lnTo>
                  <a:pt x="1201085" y="64507"/>
                </a:lnTo>
                <a:lnTo>
                  <a:pt x="1168654" y="49664"/>
                </a:lnTo>
                <a:lnTo>
                  <a:pt x="1136476" y="36397"/>
                </a:lnTo>
                <a:lnTo>
                  <a:pt x="1105112" y="20892"/>
                </a:lnTo>
                <a:lnTo>
                  <a:pt x="1057583" y="6303"/>
                </a:lnTo>
                <a:lnTo>
                  <a:pt x="1013918" y="0"/>
                </a:lnTo>
                <a:lnTo>
                  <a:pt x="987129" y="0"/>
                </a:lnTo>
                <a:lnTo>
                  <a:pt x="956578" y="0"/>
                </a:lnTo>
                <a:lnTo>
                  <a:pt x="914996" y="0"/>
                </a:lnTo>
                <a:lnTo>
                  <a:pt x="872042" y="4372"/>
                </a:lnTo>
                <a:lnTo>
                  <a:pt x="839509" y="11031"/>
                </a:lnTo>
                <a:lnTo>
                  <a:pt x="800927" y="24400"/>
                </a:lnTo>
                <a:lnTo>
                  <a:pt x="753449" y="46563"/>
                </a:lnTo>
                <a:lnTo>
                  <a:pt x="722491" y="65524"/>
                </a:lnTo>
                <a:lnTo>
                  <a:pt x="683553" y="92465"/>
                </a:lnTo>
                <a:lnTo>
                  <a:pt x="645987" y="119509"/>
                </a:lnTo>
                <a:lnTo>
                  <a:pt x="610303" y="147569"/>
                </a:lnTo>
                <a:lnTo>
                  <a:pt x="568670" y="182135"/>
                </a:lnTo>
                <a:lnTo>
                  <a:pt x="535680" y="214719"/>
                </a:lnTo>
                <a:lnTo>
                  <a:pt x="503604" y="249438"/>
                </a:lnTo>
                <a:lnTo>
                  <a:pt x="475951" y="282581"/>
                </a:lnTo>
                <a:lnTo>
                  <a:pt x="426541" y="341751"/>
                </a:lnTo>
                <a:lnTo>
                  <a:pt x="404276" y="370574"/>
                </a:lnTo>
                <a:lnTo>
                  <a:pt x="346580" y="458515"/>
                </a:lnTo>
                <a:lnTo>
                  <a:pt x="333110" y="482508"/>
                </a:lnTo>
                <a:lnTo>
                  <a:pt x="293663" y="567704"/>
                </a:lnTo>
                <a:lnTo>
                  <a:pt x="281514" y="600034"/>
                </a:lnTo>
                <a:lnTo>
                  <a:pt x="268704" y="639379"/>
                </a:lnTo>
                <a:lnTo>
                  <a:pt x="249845" y="697634"/>
                </a:lnTo>
                <a:lnTo>
                  <a:pt x="242271" y="727676"/>
                </a:lnTo>
                <a:lnTo>
                  <a:pt x="236730" y="756600"/>
                </a:lnTo>
                <a:lnTo>
                  <a:pt x="231138" y="793048"/>
                </a:lnTo>
                <a:lnTo>
                  <a:pt x="228088" y="825784"/>
                </a:lnTo>
                <a:lnTo>
                  <a:pt x="228088" y="850133"/>
                </a:lnTo>
                <a:lnTo>
                  <a:pt x="228088" y="881091"/>
                </a:lnTo>
                <a:lnTo>
                  <a:pt x="228088" y="903457"/>
                </a:lnTo>
                <a:lnTo>
                  <a:pt x="228088" y="920029"/>
                </a:lnTo>
                <a:lnTo>
                  <a:pt x="228088" y="938685"/>
                </a:lnTo>
                <a:lnTo>
                  <a:pt x="228088" y="957086"/>
                </a:lnTo>
                <a:lnTo>
                  <a:pt x="228088" y="975742"/>
                </a:lnTo>
                <a:lnTo>
                  <a:pt x="228088" y="992009"/>
                </a:lnTo>
                <a:lnTo>
                  <a:pt x="228088" y="1005683"/>
                </a:lnTo>
                <a:lnTo>
                  <a:pt x="228088" y="1016714"/>
                </a:lnTo>
                <a:lnTo>
                  <a:pt x="228088" y="1027388"/>
                </a:lnTo>
                <a:lnTo>
                  <a:pt x="228088" y="1037758"/>
                </a:lnTo>
                <a:lnTo>
                  <a:pt x="228088" y="1045790"/>
                </a:lnTo>
                <a:lnTo>
                  <a:pt x="228088" y="1053669"/>
                </a:lnTo>
                <a:lnTo>
                  <a:pt x="228088" y="1059363"/>
                </a:lnTo>
                <a:lnTo>
                  <a:pt x="228088" y="1062819"/>
                </a:lnTo>
                <a:lnTo>
                  <a:pt x="228088" y="1066174"/>
                </a:lnTo>
                <a:lnTo>
                  <a:pt x="228088" y="1069529"/>
                </a:lnTo>
                <a:lnTo>
                  <a:pt x="228088" y="1069682"/>
                </a:lnTo>
                <a:lnTo>
                  <a:pt x="228088" y="1066835"/>
                </a:lnTo>
                <a:lnTo>
                  <a:pt x="224987" y="1063836"/>
                </a:lnTo>
                <a:lnTo>
                  <a:pt x="221582" y="1058753"/>
                </a:lnTo>
                <a:lnTo>
                  <a:pt x="217769" y="1053263"/>
                </a:lnTo>
                <a:lnTo>
                  <a:pt x="210653" y="1047468"/>
                </a:lnTo>
                <a:lnTo>
                  <a:pt x="192200" y="1029117"/>
                </a:lnTo>
                <a:lnTo>
                  <a:pt x="178628" y="1015544"/>
                </a:lnTo>
                <a:lnTo>
                  <a:pt x="165360" y="1002277"/>
                </a:lnTo>
                <a:lnTo>
                  <a:pt x="154177" y="989060"/>
                </a:lnTo>
                <a:lnTo>
                  <a:pt x="142790" y="973251"/>
                </a:lnTo>
                <a:lnTo>
                  <a:pt x="128354" y="953985"/>
                </a:lnTo>
                <a:lnTo>
                  <a:pt x="108020" y="921046"/>
                </a:lnTo>
                <a:lnTo>
                  <a:pt x="98718" y="906406"/>
                </a:lnTo>
                <a:lnTo>
                  <a:pt x="71471" y="864468"/>
                </a:lnTo>
                <a:lnTo>
                  <a:pt x="63948" y="849473"/>
                </a:lnTo>
                <a:lnTo>
                  <a:pt x="54951" y="831528"/>
                </a:lnTo>
                <a:lnTo>
                  <a:pt x="35278" y="792234"/>
                </a:lnTo>
                <a:lnTo>
                  <a:pt x="17131" y="755990"/>
                </a:lnTo>
                <a:lnTo>
                  <a:pt x="10878" y="741605"/>
                </a:lnTo>
                <a:lnTo>
                  <a:pt x="6202" y="728286"/>
                </a:lnTo>
                <a:lnTo>
                  <a:pt x="3863" y="717815"/>
                </a:lnTo>
                <a:lnTo>
                  <a:pt x="1881" y="710037"/>
                </a:lnTo>
                <a:lnTo>
                  <a:pt x="0" y="704598"/>
                </a:lnTo>
                <a:lnTo>
                  <a:pt x="0" y="699159"/>
                </a:lnTo>
                <a:lnTo>
                  <a:pt x="0" y="694126"/>
                </a:lnTo>
                <a:lnTo>
                  <a:pt x="1525" y="697126"/>
                </a:lnTo>
                <a:lnTo>
                  <a:pt x="9709" y="708106"/>
                </a:lnTo>
                <a:lnTo>
                  <a:pt x="36702" y="746230"/>
                </a:lnTo>
                <a:lnTo>
                  <a:pt x="50986" y="768444"/>
                </a:lnTo>
                <a:lnTo>
                  <a:pt x="64609" y="792946"/>
                </a:lnTo>
                <a:lnTo>
                  <a:pt x="80723" y="824056"/>
                </a:lnTo>
                <a:lnTo>
                  <a:pt x="102276" y="862333"/>
                </a:lnTo>
                <a:lnTo>
                  <a:pt x="122203" y="899340"/>
                </a:lnTo>
                <a:lnTo>
                  <a:pt x="137199" y="930755"/>
                </a:lnTo>
                <a:lnTo>
                  <a:pt x="166936" y="983519"/>
                </a:lnTo>
                <a:lnTo>
                  <a:pt x="189150" y="1029879"/>
                </a:lnTo>
                <a:lnTo>
                  <a:pt x="197436" y="1044468"/>
                </a:lnTo>
                <a:lnTo>
                  <a:pt x="203943" y="1057482"/>
                </a:lnTo>
                <a:lnTo>
                  <a:pt x="209890" y="1067648"/>
                </a:lnTo>
                <a:lnTo>
                  <a:pt x="215329" y="1073138"/>
                </a:lnTo>
                <a:lnTo>
                  <a:pt x="218684" y="1076493"/>
                </a:lnTo>
                <a:lnTo>
                  <a:pt x="220362" y="1079848"/>
                </a:lnTo>
                <a:lnTo>
                  <a:pt x="221327" y="1082492"/>
                </a:lnTo>
                <a:lnTo>
                  <a:pt x="222700" y="1085135"/>
                </a:lnTo>
                <a:lnTo>
                  <a:pt x="224581" y="1088439"/>
                </a:lnTo>
                <a:lnTo>
                  <a:pt x="226258" y="1091794"/>
                </a:lnTo>
                <a:lnTo>
                  <a:pt x="228190" y="1094082"/>
                </a:lnTo>
                <a:lnTo>
                  <a:pt x="231443" y="1094692"/>
                </a:lnTo>
                <a:lnTo>
                  <a:pt x="236476" y="1094742"/>
                </a:lnTo>
                <a:lnTo>
                  <a:pt x="248625" y="1092607"/>
                </a:lnTo>
                <a:lnTo>
                  <a:pt x="267230" y="1080916"/>
                </a:lnTo>
                <a:lnTo>
                  <a:pt x="290257" y="1060837"/>
                </a:lnTo>
                <a:lnTo>
                  <a:pt x="319944" y="1039233"/>
                </a:lnTo>
                <a:lnTo>
                  <a:pt x="357103" y="1016358"/>
                </a:lnTo>
                <a:lnTo>
                  <a:pt x="417747" y="979656"/>
                </a:lnTo>
                <a:lnTo>
                  <a:pt x="477526" y="945852"/>
                </a:lnTo>
                <a:lnTo>
                  <a:pt x="499944" y="933652"/>
                </a:lnTo>
                <a:lnTo>
                  <a:pt x="523225" y="919012"/>
                </a:lnTo>
                <a:lnTo>
                  <a:pt x="541119" y="906863"/>
                </a:lnTo>
                <a:lnTo>
                  <a:pt x="557639" y="895883"/>
                </a:lnTo>
                <a:lnTo>
                  <a:pt x="572889" y="885005"/>
                </a:lnTo>
                <a:lnTo>
                  <a:pt x="577871" y="881701"/>
                </a:lnTo>
                <a:lnTo>
                  <a:pt x="581785" y="878092"/>
                </a:lnTo>
                <a:lnTo>
                  <a:pt x="585547" y="872602"/>
                </a:lnTo>
                <a:lnTo>
                  <a:pt x="589207" y="867061"/>
                </a:lnTo>
                <a:lnTo>
                  <a:pt x="592867" y="861418"/>
                </a:lnTo>
                <a:lnTo>
                  <a:pt x="596425" y="855928"/>
                </a:lnTo>
                <a:lnTo>
                  <a:pt x="599933" y="850489"/>
                </a:lnTo>
                <a:lnTo>
                  <a:pt x="603440" y="845050"/>
                </a:lnTo>
                <a:lnTo>
                  <a:pt x="606083" y="842356"/>
                </a:lnTo>
                <a:lnTo>
                  <a:pt x="608676" y="840933"/>
                </a:lnTo>
                <a:lnTo>
                  <a:pt x="611929" y="839052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387822" y="3646515"/>
            <a:ext cx="1135002" cy="1068258"/>
          </a:xfrm>
          <a:custGeom>
            <a:avLst/>
            <a:gdLst/>
            <a:ahLst/>
            <a:cxnLst/>
            <a:rect l="l" t="t" r="r" b="b"/>
            <a:pathLst>
              <a:path w="1135002" h="1068258">
                <a:moveTo>
                  <a:pt x="0" y="130184"/>
                </a:moveTo>
                <a:lnTo>
                  <a:pt x="2999" y="130184"/>
                </a:lnTo>
                <a:lnTo>
                  <a:pt x="11844" y="124185"/>
                </a:lnTo>
                <a:lnTo>
                  <a:pt x="27247" y="111020"/>
                </a:lnTo>
                <a:lnTo>
                  <a:pt x="52358" y="95820"/>
                </a:lnTo>
                <a:lnTo>
                  <a:pt x="83875" y="82299"/>
                </a:lnTo>
                <a:lnTo>
                  <a:pt x="115645" y="68930"/>
                </a:lnTo>
                <a:lnTo>
                  <a:pt x="150822" y="55510"/>
                </a:lnTo>
                <a:lnTo>
                  <a:pt x="189506" y="44428"/>
                </a:lnTo>
                <a:lnTo>
                  <a:pt x="250862" y="25366"/>
                </a:lnTo>
                <a:lnTo>
                  <a:pt x="322638" y="11895"/>
                </a:lnTo>
                <a:lnTo>
                  <a:pt x="389178" y="7981"/>
                </a:lnTo>
                <a:lnTo>
                  <a:pt x="414951" y="2745"/>
                </a:lnTo>
                <a:lnTo>
                  <a:pt x="486371" y="0"/>
                </a:lnTo>
                <a:lnTo>
                  <a:pt x="556369" y="0"/>
                </a:lnTo>
                <a:lnTo>
                  <a:pt x="579294" y="7167"/>
                </a:lnTo>
                <a:lnTo>
                  <a:pt x="608015" y="24502"/>
                </a:lnTo>
                <a:lnTo>
                  <a:pt x="635770" y="48800"/>
                </a:lnTo>
                <a:lnTo>
                  <a:pt x="664491" y="79910"/>
                </a:lnTo>
                <a:lnTo>
                  <a:pt x="697431" y="118695"/>
                </a:lnTo>
                <a:lnTo>
                  <a:pt x="730879" y="161192"/>
                </a:lnTo>
                <a:lnTo>
                  <a:pt x="764327" y="203688"/>
                </a:lnTo>
                <a:lnTo>
                  <a:pt x="789540" y="235256"/>
                </a:lnTo>
                <a:lnTo>
                  <a:pt x="807535" y="266721"/>
                </a:lnTo>
                <a:lnTo>
                  <a:pt x="830308" y="310387"/>
                </a:lnTo>
                <a:lnTo>
                  <a:pt x="848913" y="353290"/>
                </a:lnTo>
                <a:lnTo>
                  <a:pt x="863147" y="398328"/>
                </a:lnTo>
                <a:lnTo>
                  <a:pt x="873466" y="436962"/>
                </a:lnTo>
                <a:lnTo>
                  <a:pt x="880684" y="483271"/>
                </a:lnTo>
                <a:lnTo>
                  <a:pt x="887140" y="529376"/>
                </a:lnTo>
                <a:lnTo>
                  <a:pt x="890292" y="572279"/>
                </a:lnTo>
                <a:lnTo>
                  <a:pt x="890902" y="621435"/>
                </a:lnTo>
                <a:lnTo>
                  <a:pt x="891105" y="662661"/>
                </a:lnTo>
                <a:lnTo>
                  <a:pt x="891105" y="707445"/>
                </a:lnTo>
                <a:lnTo>
                  <a:pt x="891105" y="756143"/>
                </a:lnTo>
                <a:lnTo>
                  <a:pt x="891105" y="804180"/>
                </a:lnTo>
                <a:lnTo>
                  <a:pt x="891105" y="839713"/>
                </a:lnTo>
                <a:lnTo>
                  <a:pt x="891105" y="871026"/>
                </a:lnTo>
                <a:lnTo>
                  <a:pt x="889682" y="936143"/>
                </a:lnTo>
                <a:lnTo>
                  <a:pt x="880023" y="982706"/>
                </a:lnTo>
                <a:lnTo>
                  <a:pt x="876312" y="997448"/>
                </a:lnTo>
                <a:lnTo>
                  <a:pt x="871941" y="1013054"/>
                </a:lnTo>
                <a:lnTo>
                  <a:pt x="867264" y="1025863"/>
                </a:lnTo>
                <a:lnTo>
                  <a:pt x="859588" y="1040910"/>
                </a:lnTo>
                <a:lnTo>
                  <a:pt x="857962" y="1043960"/>
                </a:lnTo>
                <a:lnTo>
                  <a:pt x="856030" y="1047417"/>
                </a:lnTo>
                <a:lnTo>
                  <a:pt x="854302" y="1050873"/>
                </a:lnTo>
                <a:lnTo>
                  <a:pt x="854149" y="1054381"/>
                </a:lnTo>
                <a:lnTo>
                  <a:pt x="852522" y="1056160"/>
                </a:lnTo>
                <a:lnTo>
                  <a:pt x="850947" y="1051585"/>
                </a:lnTo>
                <a:lnTo>
                  <a:pt x="850947" y="1041266"/>
                </a:lnTo>
                <a:lnTo>
                  <a:pt x="850947" y="1023525"/>
                </a:lnTo>
                <a:lnTo>
                  <a:pt x="853488" y="995516"/>
                </a:lnTo>
                <a:lnTo>
                  <a:pt x="861215" y="964050"/>
                </a:lnTo>
                <a:lnTo>
                  <a:pt x="871890" y="929179"/>
                </a:lnTo>
                <a:lnTo>
                  <a:pt x="886225" y="886225"/>
                </a:lnTo>
                <a:lnTo>
                  <a:pt x="903305" y="843271"/>
                </a:lnTo>
                <a:lnTo>
                  <a:pt x="924807" y="789134"/>
                </a:lnTo>
                <a:lnTo>
                  <a:pt x="943056" y="745214"/>
                </a:lnTo>
                <a:lnTo>
                  <a:pt x="956883" y="715375"/>
                </a:lnTo>
                <a:lnTo>
                  <a:pt x="976149" y="677962"/>
                </a:lnTo>
                <a:lnTo>
                  <a:pt x="995109" y="644310"/>
                </a:lnTo>
                <a:lnTo>
                  <a:pt x="1011427" y="614217"/>
                </a:lnTo>
                <a:lnTo>
                  <a:pt x="1028913" y="590122"/>
                </a:lnTo>
                <a:lnTo>
                  <a:pt x="1062768" y="549100"/>
                </a:lnTo>
                <a:lnTo>
                  <a:pt x="1073087" y="536798"/>
                </a:lnTo>
                <a:lnTo>
                  <a:pt x="1081678" y="526174"/>
                </a:lnTo>
                <a:lnTo>
                  <a:pt x="1089507" y="518193"/>
                </a:lnTo>
                <a:lnTo>
                  <a:pt x="1097132" y="510517"/>
                </a:lnTo>
                <a:lnTo>
                  <a:pt x="1104553" y="504926"/>
                </a:lnTo>
                <a:lnTo>
                  <a:pt x="1111975" y="499334"/>
                </a:lnTo>
                <a:lnTo>
                  <a:pt x="1116651" y="494606"/>
                </a:lnTo>
                <a:lnTo>
                  <a:pt x="1119244" y="491963"/>
                </a:lnTo>
                <a:lnTo>
                  <a:pt x="1122497" y="488659"/>
                </a:lnTo>
                <a:lnTo>
                  <a:pt x="1125852" y="485253"/>
                </a:lnTo>
                <a:lnTo>
                  <a:pt x="1129309" y="481746"/>
                </a:lnTo>
                <a:lnTo>
                  <a:pt x="1132766" y="479611"/>
                </a:lnTo>
                <a:lnTo>
                  <a:pt x="1135002" y="477476"/>
                </a:lnTo>
                <a:lnTo>
                  <a:pt x="1134087" y="480119"/>
                </a:lnTo>
                <a:lnTo>
                  <a:pt x="1129461" y="490692"/>
                </a:lnTo>
                <a:lnTo>
                  <a:pt x="1122243" y="505129"/>
                </a:lnTo>
                <a:lnTo>
                  <a:pt x="1111619" y="524598"/>
                </a:lnTo>
                <a:lnTo>
                  <a:pt x="1099673" y="550523"/>
                </a:lnTo>
                <a:lnTo>
                  <a:pt x="1086558" y="580819"/>
                </a:lnTo>
                <a:lnTo>
                  <a:pt x="1070647" y="615538"/>
                </a:lnTo>
                <a:lnTo>
                  <a:pt x="1039385" y="690771"/>
                </a:lnTo>
                <a:lnTo>
                  <a:pt x="1025762" y="724982"/>
                </a:lnTo>
                <a:lnTo>
                  <a:pt x="1008326" y="763717"/>
                </a:lnTo>
                <a:lnTo>
                  <a:pt x="978436" y="829597"/>
                </a:lnTo>
                <a:lnTo>
                  <a:pt x="965118" y="862028"/>
                </a:lnTo>
                <a:lnTo>
                  <a:pt x="955358" y="886682"/>
                </a:lnTo>
                <a:lnTo>
                  <a:pt x="941328" y="925722"/>
                </a:lnTo>
                <a:lnTo>
                  <a:pt x="928366" y="955358"/>
                </a:lnTo>
                <a:lnTo>
                  <a:pt x="921452" y="968524"/>
                </a:lnTo>
                <a:lnTo>
                  <a:pt x="915657" y="987484"/>
                </a:lnTo>
                <a:lnTo>
                  <a:pt x="908490" y="1008733"/>
                </a:lnTo>
                <a:lnTo>
                  <a:pt x="901729" y="1025609"/>
                </a:lnTo>
                <a:lnTo>
                  <a:pt x="896900" y="1038013"/>
                </a:lnTo>
                <a:lnTo>
                  <a:pt x="892579" y="1047213"/>
                </a:lnTo>
                <a:lnTo>
                  <a:pt x="890139" y="1055448"/>
                </a:lnTo>
                <a:lnTo>
                  <a:pt x="888055" y="1061599"/>
                </a:lnTo>
                <a:lnTo>
                  <a:pt x="886225" y="1065717"/>
                </a:lnTo>
                <a:lnTo>
                  <a:pt x="884395" y="1067953"/>
                </a:lnTo>
                <a:lnTo>
                  <a:pt x="881294" y="1068258"/>
                </a:lnTo>
                <a:lnTo>
                  <a:pt x="878549" y="1068258"/>
                </a:lnTo>
                <a:lnTo>
                  <a:pt x="870212" y="1063480"/>
                </a:lnTo>
                <a:lnTo>
                  <a:pt x="860605" y="1053517"/>
                </a:lnTo>
                <a:lnTo>
                  <a:pt x="846626" y="1035674"/>
                </a:lnTo>
                <a:lnTo>
                  <a:pt x="833968" y="1018391"/>
                </a:lnTo>
                <a:lnTo>
                  <a:pt x="798995" y="962729"/>
                </a:lnTo>
                <a:lnTo>
                  <a:pt x="783694" y="932127"/>
                </a:lnTo>
                <a:lnTo>
                  <a:pt x="770935" y="906660"/>
                </a:lnTo>
                <a:lnTo>
                  <a:pt x="761430" y="885310"/>
                </a:lnTo>
                <a:lnTo>
                  <a:pt x="752178" y="864367"/>
                </a:lnTo>
                <a:lnTo>
                  <a:pt x="742926" y="843423"/>
                </a:lnTo>
                <a:lnTo>
                  <a:pt x="736826" y="826242"/>
                </a:lnTo>
                <a:lnTo>
                  <a:pt x="731692" y="812313"/>
                </a:lnTo>
                <a:lnTo>
                  <a:pt x="723711" y="794776"/>
                </a:lnTo>
                <a:lnTo>
                  <a:pt x="715070" y="776883"/>
                </a:lnTo>
                <a:lnTo>
                  <a:pt x="706276" y="760718"/>
                </a:lnTo>
                <a:lnTo>
                  <a:pt x="697736" y="746993"/>
                </a:lnTo>
                <a:lnTo>
                  <a:pt x="691026" y="735708"/>
                </a:lnTo>
                <a:lnTo>
                  <a:pt x="686552" y="728744"/>
                </a:lnTo>
                <a:lnTo>
                  <a:pt x="682536" y="722491"/>
                </a:lnTo>
                <a:lnTo>
                  <a:pt x="678724" y="716646"/>
                </a:lnTo>
                <a:lnTo>
                  <a:pt x="675166" y="714409"/>
                </a:lnTo>
                <a:lnTo>
                  <a:pt x="673234" y="712426"/>
                </a:lnTo>
                <a:lnTo>
                  <a:pt x="671353" y="710647"/>
                </a:lnTo>
                <a:lnTo>
                  <a:pt x="668049" y="710546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7171" y="2631438"/>
            <a:ext cx="2286000" cy="2286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-878301" y="-217052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7FF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and</a:t>
            </a:r>
            <a:endParaRPr lang="en-US" sz="2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38012" y="2952635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yes</a:t>
            </a:r>
            <a:endParaRPr lang="en-US" sz="2400" dirty="0"/>
          </a:p>
        </p:txBody>
      </p:sp>
      <p:sp>
        <p:nvSpPr>
          <p:cNvPr id="12" name="Text 6"/>
          <p:cNvSpPr/>
          <p:nvPr/>
        </p:nvSpPr>
        <p:spPr>
          <a:xfrm>
            <a:off x="8150427" y="3010536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299" y="-8101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970" y="833132"/>
            <a:ext cx="2972131" cy="865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77245" y="1894848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Independent?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07" y="5380997"/>
            <a:ext cx="2571750" cy="117759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5361" y="5331640"/>
            <a:ext cx="3211182" cy="117759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444961" y="3480443"/>
            <a:ext cx="1594534" cy="1094742"/>
          </a:xfrm>
          <a:custGeom>
            <a:avLst/>
            <a:gdLst/>
            <a:ahLst/>
            <a:cxnLst/>
            <a:rect l="l" t="t" r="r" b="b"/>
            <a:pathLst>
              <a:path w="1594534" h="1094742">
                <a:moveTo>
                  <a:pt x="1592958" y="320045"/>
                </a:moveTo>
                <a:lnTo>
                  <a:pt x="1594534" y="320045"/>
                </a:lnTo>
                <a:lnTo>
                  <a:pt x="1591535" y="316945"/>
                </a:lnTo>
                <a:lnTo>
                  <a:pt x="1566576" y="297730"/>
                </a:lnTo>
                <a:lnTo>
                  <a:pt x="1546954" y="285987"/>
                </a:lnTo>
                <a:lnTo>
                  <a:pt x="1484531" y="248218"/>
                </a:lnTo>
                <a:lnTo>
                  <a:pt x="1456878" y="229867"/>
                </a:lnTo>
                <a:lnTo>
                  <a:pt x="1420939" y="204807"/>
                </a:lnTo>
                <a:lnTo>
                  <a:pt x="1345604" y="156007"/>
                </a:lnTo>
                <a:lnTo>
                  <a:pt x="1308242" y="131912"/>
                </a:lnTo>
                <a:lnTo>
                  <a:pt x="1240227" y="88856"/>
                </a:lnTo>
                <a:lnTo>
                  <a:pt x="1201085" y="64507"/>
                </a:lnTo>
                <a:lnTo>
                  <a:pt x="1168654" y="49664"/>
                </a:lnTo>
                <a:lnTo>
                  <a:pt x="1136476" y="36397"/>
                </a:lnTo>
                <a:lnTo>
                  <a:pt x="1105112" y="20892"/>
                </a:lnTo>
                <a:lnTo>
                  <a:pt x="1057583" y="6303"/>
                </a:lnTo>
                <a:lnTo>
                  <a:pt x="1013918" y="0"/>
                </a:lnTo>
                <a:lnTo>
                  <a:pt x="987129" y="0"/>
                </a:lnTo>
                <a:lnTo>
                  <a:pt x="956578" y="0"/>
                </a:lnTo>
                <a:lnTo>
                  <a:pt x="914996" y="0"/>
                </a:lnTo>
                <a:lnTo>
                  <a:pt x="872042" y="4372"/>
                </a:lnTo>
                <a:lnTo>
                  <a:pt x="839509" y="11031"/>
                </a:lnTo>
                <a:lnTo>
                  <a:pt x="800927" y="24400"/>
                </a:lnTo>
                <a:lnTo>
                  <a:pt x="753449" y="46563"/>
                </a:lnTo>
                <a:lnTo>
                  <a:pt x="722491" y="65524"/>
                </a:lnTo>
                <a:lnTo>
                  <a:pt x="683553" y="92465"/>
                </a:lnTo>
                <a:lnTo>
                  <a:pt x="645987" y="119509"/>
                </a:lnTo>
                <a:lnTo>
                  <a:pt x="610303" y="147569"/>
                </a:lnTo>
                <a:lnTo>
                  <a:pt x="568670" y="182135"/>
                </a:lnTo>
                <a:lnTo>
                  <a:pt x="535680" y="214719"/>
                </a:lnTo>
                <a:lnTo>
                  <a:pt x="503604" y="249438"/>
                </a:lnTo>
                <a:lnTo>
                  <a:pt x="475951" y="282581"/>
                </a:lnTo>
                <a:lnTo>
                  <a:pt x="426541" y="341751"/>
                </a:lnTo>
                <a:lnTo>
                  <a:pt x="404276" y="370574"/>
                </a:lnTo>
                <a:lnTo>
                  <a:pt x="346580" y="458515"/>
                </a:lnTo>
                <a:lnTo>
                  <a:pt x="333110" y="482508"/>
                </a:lnTo>
                <a:lnTo>
                  <a:pt x="293663" y="567704"/>
                </a:lnTo>
                <a:lnTo>
                  <a:pt x="281514" y="600034"/>
                </a:lnTo>
                <a:lnTo>
                  <a:pt x="268704" y="639379"/>
                </a:lnTo>
                <a:lnTo>
                  <a:pt x="249845" y="697634"/>
                </a:lnTo>
                <a:lnTo>
                  <a:pt x="242271" y="727676"/>
                </a:lnTo>
                <a:lnTo>
                  <a:pt x="236730" y="756600"/>
                </a:lnTo>
                <a:lnTo>
                  <a:pt x="231138" y="793048"/>
                </a:lnTo>
                <a:lnTo>
                  <a:pt x="228088" y="825784"/>
                </a:lnTo>
                <a:lnTo>
                  <a:pt x="228088" y="850133"/>
                </a:lnTo>
                <a:lnTo>
                  <a:pt x="228088" y="881091"/>
                </a:lnTo>
                <a:lnTo>
                  <a:pt x="228088" y="903457"/>
                </a:lnTo>
                <a:lnTo>
                  <a:pt x="228088" y="920029"/>
                </a:lnTo>
                <a:lnTo>
                  <a:pt x="228088" y="938685"/>
                </a:lnTo>
                <a:lnTo>
                  <a:pt x="228088" y="957086"/>
                </a:lnTo>
                <a:lnTo>
                  <a:pt x="228088" y="975742"/>
                </a:lnTo>
                <a:lnTo>
                  <a:pt x="228088" y="992009"/>
                </a:lnTo>
                <a:lnTo>
                  <a:pt x="228088" y="1005683"/>
                </a:lnTo>
                <a:lnTo>
                  <a:pt x="228088" y="1016714"/>
                </a:lnTo>
                <a:lnTo>
                  <a:pt x="228088" y="1027388"/>
                </a:lnTo>
                <a:lnTo>
                  <a:pt x="228088" y="1037758"/>
                </a:lnTo>
                <a:lnTo>
                  <a:pt x="228088" y="1045790"/>
                </a:lnTo>
                <a:lnTo>
                  <a:pt x="228088" y="1053669"/>
                </a:lnTo>
                <a:lnTo>
                  <a:pt x="228088" y="1059363"/>
                </a:lnTo>
                <a:lnTo>
                  <a:pt x="228088" y="1062819"/>
                </a:lnTo>
                <a:lnTo>
                  <a:pt x="228088" y="1066174"/>
                </a:lnTo>
                <a:lnTo>
                  <a:pt x="228088" y="1069529"/>
                </a:lnTo>
                <a:lnTo>
                  <a:pt x="228088" y="1069682"/>
                </a:lnTo>
                <a:lnTo>
                  <a:pt x="228088" y="1066835"/>
                </a:lnTo>
                <a:lnTo>
                  <a:pt x="224987" y="1063836"/>
                </a:lnTo>
                <a:lnTo>
                  <a:pt x="221582" y="1058753"/>
                </a:lnTo>
                <a:lnTo>
                  <a:pt x="217769" y="1053263"/>
                </a:lnTo>
                <a:lnTo>
                  <a:pt x="210653" y="1047468"/>
                </a:lnTo>
                <a:lnTo>
                  <a:pt x="192200" y="1029117"/>
                </a:lnTo>
                <a:lnTo>
                  <a:pt x="178628" y="1015544"/>
                </a:lnTo>
                <a:lnTo>
                  <a:pt x="165360" y="1002277"/>
                </a:lnTo>
                <a:lnTo>
                  <a:pt x="154177" y="989060"/>
                </a:lnTo>
                <a:lnTo>
                  <a:pt x="142790" y="973251"/>
                </a:lnTo>
                <a:lnTo>
                  <a:pt x="128354" y="953985"/>
                </a:lnTo>
                <a:lnTo>
                  <a:pt x="108020" y="921046"/>
                </a:lnTo>
                <a:lnTo>
                  <a:pt x="98718" y="906406"/>
                </a:lnTo>
                <a:lnTo>
                  <a:pt x="71471" y="864468"/>
                </a:lnTo>
                <a:lnTo>
                  <a:pt x="63948" y="849473"/>
                </a:lnTo>
                <a:lnTo>
                  <a:pt x="54951" y="831528"/>
                </a:lnTo>
                <a:lnTo>
                  <a:pt x="35278" y="792234"/>
                </a:lnTo>
                <a:lnTo>
                  <a:pt x="17131" y="755990"/>
                </a:lnTo>
                <a:lnTo>
                  <a:pt x="10878" y="741605"/>
                </a:lnTo>
                <a:lnTo>
                  <a:pt x="6202" y="728286"/>
                </a:lnTo>
                <a:lnTo>
                  <a:pt x="3863" y="717815"/>
                </a:lnTo>
                <a:lnTo>
                  <a:pt x="1881" y="710037"/>
                </a:lnTo>
                <a:lnTo>
                  <a:pt x="0" y="704598"/>
                </a:lnTo>
                <a:lnTo>
                  <a:pt x="0" y="699159"/>
                </a:lnTo>
                <a:lnTo>
                  <a:pt x="0" y="694126"/>
                </a:lnTo>
                <a:lnTo>
                  <a:pt x="1525" y="697126"/>
                </a:lnTo>
                <a:lnTo>
                  <a:pt x="9709" y="708106"/>
                </a:lnTo>
                <a:lnTo>
                  <a:pt x="36702" y="746230"/>
                </a:lnTo>
                <a:lnTo>
                  <a:pt x="50986" y="768444"/>
                </a:lnTo>
                <a:lnTo>
                  <a:pt x="64609" y="792946"/>
                </a:lnTo>
                <a:lnTo>
                  <a:pt x="80723" y="824056"/>
                </a:lnTo>
                <a:lnTo>
                  <a:pt x="102276" y="862333"/>
                </a:lnTo>
                <a:lnTo>
                  <a:pt x="122203" y="899340"/>
                </a:lnTo>
                <a:lnTo>
                  <a:pt x="137199" y="930755"/>
                </a:lnTo>
                <a:lnTo>
                  <a:pt x="166936" y="983519"/>
                </a:lnTo>
                <a:lnTo>
                  <a:pt x="189150" y="1029879"/>
                </a:lnTo>
                <a:lnTo>
                  <a:pt x="197436" y="1044468"/>
                </a:lnTo>
                <a:lnTo>
                  <a:pt x="203943" y="1057482"/>
                </a:lnTo>
                <a:lnTo>
                  <a:pt x="209890" y="1067648"/>
                </a:lnTo>
                <a:lnTo>
                  <a:pt x="215329" y="1073138"/>
                </a:lnTo>
                <a:lnTo>
                  <a:pt x="218684" y="1076493"/>
                </a:lnTo>
                <a:lnTo>
                  <a:pt x="220362" y="1079848"/>
                </a:lnTo>
                <a:lnTo>
                  <a:pt x="221327" y="1082492"/>
                </a:lnTo>
                <a:lnTo>
                  <a:pt x="222700" y="1085135"/>
                </a:lnTo>
                <a:lnTo>
                  <a:pt x="224581" y="1088439"/>
                </a:lnTo>
                <a:lnTo>
                  <a:pt x="226258" y="1091794"/>
                </a:lnTo>
                <a:lnTo>
                  <a:pt x="228190" y="1094082"/>
                </a:lnTo>
                <a:lnTo>
                  <a:pt x="231443" y="1094692"/>
                </a:lnTo>
                <a:lnTo>
                  <a:pt x="236476" y="1094742"/>
                </a:lnTo>
                <a:lnTo>
                  <a:pt x="248625" y="1092607"/>
                </a:lnTo>
                <a:lnTo>
                  <a:pt x="267230" y="1080916"/>
                </a:lnTo>
                <a:lnTo>
                  <a:pt x="290257" y="1060837"/>
                </a:lnTo>
                <a:lnTo>
                  <a:pt x="319944" y="1039233"/>
                </a:lnTo>
                <a:lnTo>
                  <a:pt x="357103" y="1016358"/>
                </a:lnTo>
                <a:lnTo>
                  <a:pt x="417747" y="979656"/>
                </a:lnTo>
                <a:lnTo>
                  <a:pt x="477526" y="945852"/>
                </a:lnTo>
                <a:lnTo>
                  <a:pt x="499944" y="933652"/>
                </a:lnTo>
                <a:lnTo>
                  <a:pt x="523225" y="919012"/>
                </a:lnTo>
                <a:lnTo>
                  <a:pt x="541119" y="906863"/>
                </a:lnTo>
                <a:lnTo>
                  <a:pt x="557639" y="895883"/>
                </a:lnTo>
                <a:lnTo>
                  <a:pt x="572889" y="885005"/>
                </a:lnTo>
                <a:lnTo>
                  <a:pt x="577871" y="881701"/>
                </a:lnTo>
                <a:lnTo>
                  <a:pt x="581785" y="878092"/>
                </a:lnTo>
                <a:lnTo>
                  <a:pt x="585547" y="872602"/>
                </a:lnTo>
                <a:lnTo>
                  <a:pt x="589207" y="867061"/>
                </a:lnTo>
                <a:lnTo>
                  <a:pt x="592867" y="861418"/>
                </a:lnTo>
                <a:lnTo>
                  <a:pt x="596425" y="855928"/>
                </a:lnTo>
                <a:lnTo>
                  <a:pt x="599933" y="850489"/>
                </a:lnTo>
                <a:lnTo>
                  <a:pt x="603440" y="845050"/>
                </a:lnTo>
                <a:lnTo>
                  <a:pt x="606083" y="842356"/>
                </a:lnTo>
                <a:lnTo>
                  <a:pt x="608676" y="840933"/>
                </a:lnTo>
                <a:lnTo>
                  <a:pt x="611929" y="839052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7387822" y="3646515"/>
            <a:ext cx="1135002" cy="1068258"/>
          </a:xfrm>
          <a:custGeom>
            <a:avLst/>
            <a:gdLst/>
            <a:ahLst/>
            <a:cxnLst/>
            <a:rect l="l" t="t" r="r" b="b"/>
            <a:pathLst>
              <a:path w="1135002" h="1068258">
                <a:moveTo>
                  <a:pt x="0" y="130184"/>
                </a:moveTo>
                <a:lnTo>
                  <a:pt x="2999" y="130184"/>
                </a:lnTo>
                <a:lnTo>
                  <a:pt x="11844" y="124185"/>
                </a:lnTo>
                <a:lnTo>
                  <a:pt x="27247" y="111020"/>
                </a:lnTo>
                <a:lnTo>
                  <a:pt x="52358" y="95820"/>
                </a:lnTo>
                <a:lnTo>
                  <a:pt x="83875" y="82299"/>
                </a:lnTo>
                <a:lnTo>
                  <a:pt x="115645" y="68930"/>
                </a:lnTo>
                <a:lnTo>
                  <a:pt x="150822" y="55510"/>
                </a:lnTo>
                <a:lnTo>
                  <a:pt x="189506" y="44428"/>
                </a:lnTo>
                <a:lnTo>
                  <a:pt x="250862" y="25366"/>
                </a:lnTo>
                <a:lnTo>
                  <a:pt x="322638" y="11895"/>
                </a:lnTo>
                <a:lnTo>
                  <a:pt x="389178" y="7981"/>
                </a:lnTo>
                <a:lnTo>
                  <a:pt x="414951" y="2745"/>
                </a:lnTo>
                <a:lnTo>
                  <a:pt x="486371" y="0"/>
                </a:lnTo>
                <a:lnTo>
                  <a:pt x="556369" y="0"/>
                </a:lnTo>
                <a:lnTo>
                  <a:pt x="579294" y="7167"/>
                </a:lnTo>
                <a:lnTo>
                  <a:pt x="608015" y="24502"/>
                </a:lnTo>
                <a:lnTo>
                  <a:pt x="635770" y="48800"/>
                </a:lnTo>
                <a:lnTo>
                  <a:pt x="664491" y="79910"/>
                </a:lnTo>
                <a:lnTo>
                  <a:pt x="697431" y="118695"/>
                </a:lnTo>
                <a:lnTo>
                  <a:pt x="730879" y="161192"/>
                </a:lnTo>
                <a:lnTo>
                  <a:pt x="764327" y="203688"/>
                </a:lnTo>
                <a:lnTo>
                  <a:pt x="789540" y="235256"/>
                </a:lnTo>
                <a:lnTo>
                  <a:pt x="807535" y="266721"/>
                </a:lnTo>
                <a:lnTo>
                  <a:pt x="830308" y="310387"/>
                </a:lnTo>
                <a:lnTo>
                  <a:pt x="848913" y="353290"/>
                </a:lnTo>
                <a:lnTo>
                  <a:pt x="863147" y="398328"/>
                </a:lnTo>
                <a:lnTo>
                  <a:pt x="873466" y="436962"/>
                </a:lnTo>
                <a:lnTo>
                  <a:pt x="880684" y="483271"/>
                </a:lnTo>
                <a:lnTo>
                  <a:pt x="887140" y="529376"/>
                </a:lnTo>
                <a:lnTo>
                  <a:pt x="890292" y="572279"/>
                </a:lnTo>
                <a:lnTo>
                  <a:pt x="890902" y="621435"/>
                </a:lnTo>
                <a:lnTo>
                  <a:pt x="891105" y="662661"/>
                </a:lnTo>
                <a:lnTo>
                  <a:pt x="891105" y="707445"/>
                </a:lnTo>
                <a:lnTo>
                  <a:pt x="891105" y="756143"/>
                </a:lnTo>
                <a:lnTo>
                  <a:pt x="891105" y="804180"/>
                </a:lnTo>
                <a:lnTo>
                  <a:pt x="891105" y="839713"/>
                </a:lnTo>
                <a:lnTo>
                  <a:pt x="891105" y="871026"/>
                </a:lnTo>
                <a:lnTo>
                  <a:pt x="889682" y="936143"/>
                </a:lnTo>
                <a:lnTo>
                  <a:pt x="880023" y="982706"/>
                </a:lnTo>
                <a:lnTo>
                  <a:pt x="876312" y="997448"/>
                </a:lnTo>
                <a:lnTo>
                  <a:pt x="871941" y="1013054"/>
                </a:lnTo>
                <a:lnTo>
                  <a:pt x="867264" y="1025863"/>
                </a:lnTo>
                <a:lnTo>
                  <a:pt x="859588" y="1040910"/>
                </a:lnTo>
                <a:lnTo>
                  <a:pt x="857962" y="1043960"/>
                </a:lnTo>
                <a:lnTo>
                  <a:pt x="856030" y="1047417"/>
                </a:lnTo>
                <a:lnTo>
                  <a:pt x="854302" y="1050873"/>
                </a:lnTo>
                <a:lnTo>
                  <a:pt x="854149" y="1054381"/>
                </a:lnTo>
                <a:lnTo>
                  <a:pt x="852522" y="1056160"/>
                </a:lnTo>
                <a:lnTo>
                  <a:pt x="850947" y="1051585"/>
                </a:lnTo>
                <a:lnTo>
                  <a:pt x="850947" y="1041266"/>
                </a:lnTo>
                <a:lnTo>
                  <a:pt x="850947" y="1023525"/>
                </a:lnTo>
                <a:lnTo>
                  <a:pt x="853488" y="995516"/>
                </a:lnTo>
                <a:lnTo>
                  <a:pt x="861215" y="964050"/>
                </a:lnTo>
                <a:lnTo>
                  <a:pt x="871890" y="929179"/>
                </a:lnTo>
                <a:lnTo>
                  <a:pt x="886225" y="886225"/>
                </a:lnTo>
                <a:lnTo>
                  <a:pt x="903305" y="843271"/>
                </a:lnTo>
                <a:lnTo>
                  <a:pt x="924807" y="789134"/>
                </a:lnTo>
                <a:lnTo>
                  <a:pt x="943056" y="745214"/>
                </a:lnTo>
                <a:lnTo>
                  <a:pt x="956883" y="715375"/>
                </a:lnTo>
                <a:lnTo>
                  <a:pt x="976149" y="677962"/>
                </a:lnTo>
                <a:lnTo>
                  <a:pt x="995109" y="644310"/>
                </a:lnTo>
                <a:lnTo>
                  <a:pt x="1011427" y="614217"/>
                </a:lnTo>
                <a:lnTo>
                  <a:pt x="1028913" y="590122"/>
                </a:lnTo>
                <a:lnTo>
                  <a:pt x="1062768" y="549100"/>
                </a:lnTo>
                <a:lnTo>
                  <a:pt x="1073087" y="536798"/>
                </a:lnTo>
                <a:lnTo>
                  <a:pt x="1081678" y="526174"/>
                </a:lnTo>
                <a:lnTo>
                  <a:pt x="1089507" y="518193"/>
                </a:lnTo>
                <a:lnTo>
                  <a:pt x="1097132" y="510517"/>
                </a:lnTo>
                <a:lnTo>
                  <a:pt x="1104553" y="504926"/>
                </a:lnTo>
                <a:lnTo>
                  <a:pt x="1111975" y="499334"/>
                </a:lnTo>
                <a:lnTo>
                  <a:pt x="1116651" y="494606"/>
                </a:lnTo>
                <a:lnTo>
                  <a:pt x="1119244" y="491963"/>
                </a:lnTo>
                <a:lnTo>
                  <a:pt x="1122497" y="488659"/>
                </a:lnTo>
                <a:lnTo>
                  <a:pt x="1125852" y="485253"/>
                </a:lnTo>
                <a:lnTo>
                  <a:pt x="1129309" y="481746"/>
                </a:lnTo>
                <a:lnTo>
                  <a:pt x="1132766" y="479611"/>
                </a:lnTo>
                <a:lnTo>
                  <a:pt x="1135002" y="477476"/>
                </a:lnTo>
                <a:lnTo>
                  <a:pt x="1134087" y="480119"/>
                </a:lnTo>
                <a:lnTo>
                  <a:pt x="1129461" y="490692"/>
                </a:lnTo>
                <a:lnTo>
                  <a:pt x="1122243" y="505129"/>
                </a:lnTo>
                <a:lnTo>
                  <a:pt x="1111619" y="524598"/>
                </a:lnTo>
                <a:lnTo>
                  <a:pt x="1099673" y="550523"/>
                </a:lnTo>
                <a:lnTo>
                  <a:pt x="1086558" y="580819"/>
                </a:lnTo>
                <a:lnTo>
                  <a:pt x="1070647" y="615538"/>
                </a:lnTo>
                <a:lnTo>
                  <a:pt x="1039385" y="690771"/>
                </a:lnTo>
                <a:lnTo>
                  <a:pt x="1025762" y="724982"/>
                </a:lnTo>
                <a:lnTo>
                  <a:pt x="1008326" y="763717"/>
                </a:lnTo>
                <a:lnTo>
                  <a:pt x="978436" y="829597"/>
                </a:lnTo>
                <a:lnTo>
                  <a:pt x="965118" y="862028"/>
                </a:lnTo>
                <a:lnTo>
                  <a:pt x="955358" y="886682"/>
                </a:lnTo>
                <a:lnTo>
                  <a:pt x="941328" y="925722"/>
                </a:lnTo>
                <a:lnTo>
                  <a:pt x="928366" y="955358"/>
                </a:lnTo>
                <a:lnTo>
                  <a:pt x="921452" y="968524"/>
                </a:lnTo>
                <a:lnTo>
                  <a:pt x="915657" y="987484"/>
                </a:lnTo>
                <a:lnTo>
                  <a:pt x="908490" y="1008733"/>
                </a:lnTo>
                <a:lnTo>
                  <a:pt x="901729" y="1025609"/>
                </a:lnTo>
                <a:lnTo>
                  <a:pt x="896900" y="1038013"/>
                </a:lnTo>
                <a:lnTo>
                  <a:pt x="892579" y="1047213"/>
                </a:lnTo>
                <a:lnTo>
                  <a:pt x="890139" y="1055448"/>
                </a:lnTo>
                <a:lnTo>
                  <a:pt x="888055" y="1061599"/>
                </a:lnTo>
                <a:lnTo>
                  <a:pt x="886225" y="1065717"/>
                </a:lnTo>
                <a:lnTo>
                  <a:pt x="884395" y="1067953"/>
                </a:lnTo>
                <a:lnTo>
                  <a:pt x="881294" y="1068258"/>
                </a:lnTo>
                <a:lnTo>
                  <a:pt x="878549" y="1068258"/>
                </a:lnTo>
                <a:lnTo>
                  <a:pt x="870212" y="1063480"/>
                </a:lnTo>
                <a:lnTo>
                  <a:pt x="860605" y="1053517"/>
                </a:lnTo>
                <a:lnTo>
                  <a:pt x="846626" y="1035674"/>
                </a:lnTo>
                <a:lnTo>
                  <a:pt x="833968" y="1018391"/>
                </a:lnTo>
                <a:lnTo>
                  <a:pt x="798995" y="962729"/>
                </a:lnTo>
                <a:lnTo>
                  <a:pt x="783694" y="932127"/>
                </a:lnTo>
                <a:lnTo>
                  <a:pt x="770935" y="906660"/>
                </a:lnTo>
                <a:lnTo>
                  <a:pt x="761430" y="885310"/>
                </a:lnTo>
                <a:lnTo>
                  <a:pt x="752178" y="864367"/>
                </a:lnTo>
                <a:lnTo>
                  <a:pt x="742926" y="843423"/>
                </a:lnTo>
                <a:lnTo>
                  <a:pt x="736826" y="826242"/>
                </a:lnTo>
                <a:lnTo>
                  <a:pt x="731692" y="812313"/>
                </a:lnTo>
                <a:lnTo>
                  <a:pt x="723711" y="794776"/>
                </a:lnTo>
                <a:lnTo>
                  <a:pt x="715070" y="776883"/>
                </a:lnTo>
                <a:lnTo>
                  <a:pt x="706276" y="760718"/>
                </a:lnTo>
                <a:lnTo>
                  <a:pt x="697736" y="746993"/>
                </a:lnTo>
                <a:lnTo>
                  <a:pt x="691026" y="735708"/>
                </a:lnTo>
                <a:lnTo>
                  <a:pt x="686552" y="728744"/>
                </a:lnTo>
                <a:lnTo>
                  <a:pt x="682536" y="722491"/>
                </a:lnTo>
                <a:lnTo>
                  <a:pt x="678724" y="716646"/>
                </a:lnTo>
                <a:lnTo>
                  <a:pt x="675166" y="714409"/>
                </a:lnTo>
                <a:lnTo>
                  <a:pt x="673234" y="712426"/>
                </a:lnTo>
                <a:lnTo>
                  <a:pt x="671353" y="710647"/>
                </a:lnTo>
                <a:lnTo>
                  <a:pt x="668049" y="710546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07171" y="2631438"/>
            <a:ext cx="2286000" cy="2286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-878301" y="-217052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7FF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and</a:t>
            </a:r>
            <a:endParaRPr lang="en-US" sz="2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127" y="916690"/>
            <a:ext cx="2667000" cy="26670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338012" y="2952635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yes</a:t>
            </a:r>
            <a:endParaRPr lang="en-US" sz="2400" dirty="0"/>
          </a:p>
        </p:txBody>
      </p:sp>
      <p:sp>
        <p:nvSpPr>
          <p:cNvPr id="13" name="Text 6"/>
          <p:cNvSpPr/>
          <p:nvPr/>
        </p:nvSpPr>
        <p:spPr>
          <a:xfrm>
            <a:off x="8150427" y="3010536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635000"/>
            <a:ext cx="6699080" cy="2935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two dies (independent example):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E: Get a 6 for the first roll. 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F: Get a 6 for the second roll.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867" y="2631146"/>
            <a:ext cx="7610343" cy="95898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337" y="1028258"/>
            <a:ext cx="1226873" cy="63929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601" y="1945646"/>
            <a:ext cx="1223036" cy="63929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4846" y="3656106"/>
            <a:ext cx="6699080" cy="2935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two dies (not independent example):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E: Get a 6 for the first roll. 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F: Two rolls sum up to 2.</a:t>
            </a:r>
            <a:endParaRPr lang="en-US" sz="24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472" y="4035703"/>
            <a:ext cx="1226873" cy="639299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4345" y="5105925"/>
            <a:ext cx="1454150" cy="415594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1174" y="5738068"/>
            <a:ext cx="6279356" cy="6234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794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Review</a:t>
            </a:r>
            <a:endParaRPr lang="en-US" sz="4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2930" y="3021830"/>
            <a:ext cx="796669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 give a </a:t>
            </a:r>
            <a:r>
              <a:rPr lang="en-US" sz="24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language model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exact same prompt twice, should I expect the exact same answer? Is this a feature or a bug?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032" y="1681592"/>
            <a:ext cx="11713936" cy="5154875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Demo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275" y="268188"/>
            <a:ext cx="8396036" cy="102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Consider this Toy Model and the prompt: 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75C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sleepy robot dreams about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9071" y="2481358"/>
          <a:ext cx="7886700" cy="4014355"/>
        </p:xfrm>
        <a:graphic>
          <a:graphicData uri="http://schemas.openxmlformats.org/drawingml/2006/table">
            <a:tbl>
              <a:tblPr/>
              <a:tblGrid>
                <a:gridCol w="890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8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Output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Probability, </a:t>
                      </a:r>
                      <a:r>
                        <a:rPr lang="en-US" sz="2400" i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p_i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electric sheep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0.44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counting stars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0.20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sample spaces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0.14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counting outcomes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0.13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robot puppies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0.09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529071" y="1943370"/>
            <a:ext cx="74669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Table: all possible outputs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9071" y="315002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 produces two different outputs?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800633" y="3426729"/>
            <a:ext cx="60759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9192" y="2254276"/>
            <a:ext cx="3997102" cy="394677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9071" y="2481358"/>
          <a:ext cx="7886700" cy="4014355"/>
        </p:xfrm>
        <a:graphic>
          <a:graphicData uri="http://schemas.openxmlformats.org/drawingml/2006/table">
            <a:tbl>
              <a:tblPr/>
              <a:tblGrid>
                <a:gridCol w="890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8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Output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Probability, </a:t>
                      </a:r>
                      <a:r>
                        <a:rPr lang="en-US" sz="2400" i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p_i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electric sheep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0.44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counting stars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0.20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sample spaces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0.14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counting outcomes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0.13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robot puppies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0.09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529071" y="1943370"/>
            <a:ext cx="74669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Table: all possible outputs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9071" y="315002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 produces two different outputs?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800633" y="3426729"/>
            <a:ext cx="60759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046670" y="4908121"/>
            <a:ext cx="706180" cy="58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p_4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9192" y="2254276"/>
            <a:ext cx="3997102" cy="394677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9071" y="2481358"/>
          <a:ext cx="7886700" cy="4014355"/>
        </p:xfrm>
        <a:graphic>
          <a:graphicData uri="http://schemas.openxmlformats.org/drawingml/2006/table">
            <a:tbl>
              <a:tblPr/>
              <a:tblGrid>
                <a:gridCol w="890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8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Output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Probability, </a:t>
                      </a:r>
                      <a:r>
                        <a:rPr lang="en-US" sz="2400" i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p_i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electric sheep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0.44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counting stars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0.20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sample spaces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0.14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counting outcomes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0.13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robot puppies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0.09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529071" y="1943370"/>
            <a:ext cx="74669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Table: all possible outputs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9071" y="315002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 produces two different outputs?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800633" y="3426729"/>
            <a:ext cx="60759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046670" y="4908121"/>
            <a:ext cx="706180" cy="58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p_4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700319" y="5281025"/>
            <a:ext cx="1156865" cy="423663"/>
          </a:xfrm>
          <a:custGeom>
            <a:avLst/>
            <a:gdLst/>
            <a:ahLst/>
            <a:cxnLst/>
            <a:rect l="l" t="t" r="r" b="b"/>
            <a:pathLst>
              <a:path w="1156865" h="423663">
                <a:moveTo>
                  <a:pt x="1156865" y="0"/>
                </a:moveTo>
                <a:lnTo>
                  <a:pt x="1156783" y="949"/>
                </a:lnTo>
                <a:lnTo>
                  <a:pt x="1154614" y="4908"/>
                </a:lnTo>
                <a:lnTo>
                  <a:pt x="1148432" y="12012"/>
                </a:lnTo>
                <a:lnTo>
                  <a:pt x="1138969" y="20390"/>
                </a:lnTo>
                <a:lnTo>
                  <a:pt x="1126198" y="29690"/>
                </a:lnTo>
                <a:lnTo>
                  <a:pt x="1108736" y="41783"/>
                </a:lnTo>
                <a:lnTo>
                  <a:pt x="1088157" y="55124"/>
                </a:lnTo>
                <a:lnTo>
                  <a:pt x="1067468" y="67135"/>
                </a:lnTo>
                <a:lnTo>
                  <a:pt x="1046726" y="77954"/>
                </a:lnTo>
                <a:lnTo>
                  <a:pt x="1024411" y="87607"/>
                </a:lnTo>
                <a:lnTo>
                  <a:pt x="1000577" y="97368"/>
                </a:lnTo>
                <a:lnTo>
                  <a:pt x="974439" y="106614"/>
                </a:lnTo>
                <a:lnTo>
                  <a:pt x="946673" y="116050"/>
                </a:lnTo>
                <a:lnTo>
                  <a:pt x="919722" y="126679"/>
                </a:lnTo>
                <a:lnTo>
                  <a:pt x="893312" y="135979"/>
                </a:lnTo>
                <a:lnTo>
                  <a:pt x="868638" y="143815"/>
                </a:lnTo>
                <a:lnTo>
                  <a:pt x="847299" y="150160"/>
                </a:lnTo>
                <a:lnTo>
                  <a:pt x="825824" y="156369"/>
                </a:lnTo>
                <a:lnTo>
                  <a:pt x="801015" y="162714"/>
                </a:lnTo>
                <a:lnTo>
                  <a:pt x="772789" y="168082"/>
                </a:lnTo>
                <a:lnTo>
                  <a:pt x="742176" y="173207"/>
                </a:lnTo>
                <a:lnTo>
                  <a:pt x="711374" y="176895"/>
                </a:lnTo>
                <a:lnTo>
                  <a:pt x="677427" y="179579"/>
                </a:lnTo>
                <a:lnTo>
                  <a:pt x="644076" y="181585"/>
                </a:lnTo>
                <a:lnTo>
                  <a:pt x="613383" y="183646"/>
                </a:lnTo>
                <a:lnTo>
                  <a:pt x="582988" y="186981"/>
                </a:lnTo>
                <a:lnTo>
                  <a:pt x="554707" y="190181"/>
                </a:lnTo>
                <a:lnTo>
                  <a:pt x="527566" y="192757"/>
                </a:lnTo>
                <a:lnTo>
                  <a:pt x="502403" y="196227"/>
                </a:lnTo>
                <a:lnTo>
                  <a:pt x="481905" y="198695"/>
                </a:lnTo>
                <a:lnTo>
                  <a:pt x="466260" y="201054"/>
                </a:lnTo>
                <a:lnTo>
                  <a:pt x="456065" y="204063"/>
                </a:lnTo>
                <a:lnTo>
                  <a:pt x="450940" y="206097"/>
                </a:lnTo>
                <a:lnTo>
                  <a:pt x="446493" y="207154"/>
                </a:lnTo>
                <a:lnTo>
                  <a:pt x="436353" y="207914"/>
                </a:lnTo>
                <a:lnTo>
                  <a:pt x="420301" y="211032"/>
                </a:lnTo>
                <a:lnTo>
                  <a:pt x="400995" y="215912"/>
                </a:lnTo>
                <a:lnTo>
                  <a:pt x="379792" y="219952"/>
                </a:lnTo>
                <a:lnTo>
                  <a:pt x="361083" y="222664"/>
                </a:lnTo>
                <a:lnTo>
                  <a:pt x="342998" y="225050"/>
                </a:lnTo>
                <a:lnTo>
                  <a:pt x="322011" y="227517"/>
                </a:lnTo>
                <a:lnTo>
                  <a:pt x="300862" y="229985"/>
                </a:lnTo>
                <a:lnTo>
                  <a:pt x="279631" y="231313"/>
                </a:lnTo>
                <a:lnTo>
                  <a:pt x="258401" y="232723"/>
                </a:lnTo>
                <a:lnTo>
                  <a:pt x="240342" y="235245"/>
                </a:lnTo>
                <a:lnTo>
                  <a:pt x="223748" y="237414"/>
                </a:lnTo>
                <a:lnTo>
                  <a:pt x="207154" y="239420"/>
                </a:lnTo>
                <a:lnTo>
                  <a:pt x="191157" y="240532"/>
                </a:lnTo>
                <a:lnTo>
                  <a:pt x="178006" y="240532"/>
                </a:lnTo>
                <a:lnTo>
                  <a:pt x="167106" y="240532"/>
                </a:lnTo>
                <a:lnTo>
                  <a:pt x="156965" y="240532"/>
                </a:lnTo>
                <a:lnTo>
                  <a:pt x="147367" y="240532"/>
                </a:lnTo>
                <a:lnTo>
                  <a:pt x="137904" y="240532"/>
                </a:lnTo>
                <a:lnTo>
                  <a:pt x="129282" y="240532"/>
                </a:lnTo>
                <a:lnTo>
                  <a:pt x="119819" y="240532"/>
                </a:lnTo>
                <a:lnTo>
                  <a:pt x="110274" y="240532"/>
                </a:lnTo>
                <a:lnTo>
                  <a:pt x="101923" y="240532"/>
                </a:lnTo>
                <a:lnTo>
                  <a:pt x="93626" y="240532"/>
                </a:lnTo>
                <a:lnTo>
                  <a:pt x="85410" y="240532"/>
                </a:lnTo>
                <a:lnTo>
                  <a:pt x="77195" y="240532"/>
                </a:lnTo>
                <a:lnTo>
                  <a:pt x="70091" y="240342"/>
                </a:lnTo>
                <a:lnTo>
                  <a:pt x="62987" y="239095"/>
                </a:lnTo>
                <a:lnTo>
                  <a:pt x="54771" y="237007"/>
                </a:lnTo>
                <a:lnTo>
                  <a:pt x="46583" y="235299"/>
                </a:lnTo>
                <a:lnTo>
                  <a:pt x="38421" y="233211"/>
                </a:lnTo>
                <a:lnTo>
                  <a:pt x="30233" y="231232"/>
                </a:lnTo>
                <a:lnTo>
                  <a:pt x="22017" y="229686"/>
                </a:lnTo>
                <a:lnTo>
                  <a:pt x="14913" y="227192"/>
                </a:lnTo>
                <a:lnTo>
                  <a:pt x="8568" y="225321"/>
                </a:lnTo>
                <a:lnTo>
                  <a:pt x="3362" y="224074"/>
                </a:lnTo>
                <a:lnTo>
                  <a:pt x="380" y="223179"/>
                </a:lnTo>
                <a:lnTo>
                  <a:pt x="0" y="223179"/>
                </a:lnTo>
                <a:lnTo>
                  <a:pt x="1518" y="223179"/>
                </a:lnTo>
                <a:lnTo>
                  <a:pt x="4853" y="223179"/>
                </a:lnTo>
                <a:lnTo>
                  <a:pt x="11497" y="222203"/>
                </a:lnTo>
                <a:lnTo>
                  <a:pt x="22098" y="220251"/>
                </a:lnTo>
                <a:lnTo>
                  <a:pt x="35357" y="217051"/>
                </a:lnTo>
                <a:lnTo>
                  <a:pt x="47532" y="212659"/>
                </a:lnTo>
                <a:lnTo>
                  <a:pt x="59625" y="208293"/>
                </a:lnTo>
                <a:lnTo>
                  <a:pt x="71799" y="203928"/>
                </a:lnTo>
                <a:lnTo>
                  <a:pt x="84028" y="198478"/>
                </a:lnTo>
                <a:lnTo>
                  <a:pt x="97476" y="192621"/>
                </a:lnTo>
                <a:lnTo>
                  <a:pt x="112389" y="186629"/>
                </a:lnTo>
                <a:lnTo>
                  <a:pt x="127872" y="179660"/>
                </a:lnTo>
                <a:lnTo>
                  <a:pt x="142812" y="172068"/>
                </a:lnTo>
                <a:lnTo>
                  <a:pt x="157128" y="164639"/>
                </a:lnTo>
                <a:lnTo>
                  <a:pt x="168570" y="159785"/>
                </a:lnTo>
                <a:lnTo>
                  <a:pt x="177410" y="156640"/>
                </a:lnTo>
                <a:lnTo>
                  <a:pt x="184487" y="153983"/>
                </a:lnTo>
                <a:lnTo>
                  <a:pt x="189665" y="151976"/>
                </a:lnTo>
                <a:lnTo>
                  <a:pt x="193678" y="150051"/>
                </a:lnTo>
                <a:lnTo>
                  <a:pt x="197366" y="148180"/>
                </a:lnTo>
                <a:lnTo>
                  <a:pt x="201026" y="147123"/>
                </a:lnTo>
                <a:lnTo>
                  <a:pt x="202924" y="146120"/>
                </a:lnTo>
                <a:lnTo>
                  <a:pt x="201406" y="145225"/>
                </a:lnTo>
                <a:lnTo>
                  <a:pt x="195875" y="145225"/>
                </a:lnTo>
                <a:lnTo>
                  <a:pt x="185517" y="146011"/>
                </a:lnTo>
                <a:lnTo>
                  <a:pt x="170848" y="149943"/>
                </a:lnTo>
                <a:lnTo>
                  <a:pt x="151488" y="159162"/>
                </a:lnTo>
                <a:lnTo>
                  <a:pt x="131478" y="170252"/>
                </a:lnTo>
                <a:lnTo>
                  <a:pt x="112715" y="181450"/>
                </a:lnTo>
                <a:lnTo>
                  <a:pt x="95985" y="192241"/>
                </a:lnTo>
                <a:lnTo>
                  <a:pt x="82292" y="200349"/>
                </a:lnTo>
                <a:lnTo>
                  <a:pt x="71474" y="207805"/>
                </a:lnTo>
                <a:lnTo>
                  <a:pt x="65563" y="213689"/>
                </a:lnTo>
                <a:lnTo>
                  <a:pt x="61658" y="217241"/>
                </a:lnTo>
                <a:lnTo>
                  <a:pt x="55503" y="220169"/>
                </a:lnTo>
                <a:lnTo>
                  <a:pt x="47315" y="222474"/>
                </a:lnTo>
                <a:lnTo>
                  <a:pt x="37852" y="225673"/>
                </a:lnTo>
                <a:lnTo>
                  <a:pt x="28389" y="229876"/>
                </a:lnTo>
                <a:lnTo>
                  <a:pt x="21285" y="233889"/>
                </a:lnTo>
                <a:lnTo>
                  <a:pt x="16350" y="237739"/>
                </a:lnTo>
                <a:lnTo>
                  <a:pt x="13259" y="240044"/>
                </a:lnTo>
                <a:lnTo>
                  <a:pt x="11524" y="241264"/>
                </a:lnTo>
                <a:lnTo>
                  <a:pt x="10927" y="242918"/>
                </a:lnTo>
                <a:lnTo>
                  <a:pt x="10900" y="244193"/>
                </a:lnTo>
                <a:lnTo>
                  <a:pt x="10303" y="245440"/>
                </a:lnTo>
                <a:lnTo>
                  <a:pt x="9002" y="247040"/>
                </a:lnTo>
                <a:lnTo>
                  <a:pt x="6887" y="248450"/>
                </a:lnTo>
                <a:lnTo>
                  <a:pt x="4718" y="250646"/>
                </a:lnTo>
                <a:lnTo>
                  <a:pt x="3932" y="252896"/>
                </a:lnTo>
                <a:lnTo>
                  <a:pt x="3932" y="254008"/>
                </a:lnTo>
                <a:lnTo>
                  <a:pt x="3932" y="255635"/>
                </a:lnTo>
                <a:lnTo>
                  <a:pt x="4555" y="259268"/>
                </a:lnTo>
                <a:lnTo>
                  <a:pt x="8894" y="265803"/>
                </a:lnTo>
                <a:lnTo>
                  <a:pt x="19224" y="275700"/>
                </a:lnTo>
                <a:lnTo>
                  <a:pt x="34679" y="288796"/>
                </a:lnTo>
                <a:lnTo>
                  <a:pt x="53768" y="305092"/>
                </a:lnTo>
                <a:lnTo>
                  <a:pt x="74592" y="322174"/>
                </a:lnTo>
                <a:lnTo>
                  <a:pt x="95687" y="338171"/>
                </a:lnTo>
                <a:lnTo>
                  <a:pt x="115182" y="353708"/>
                </a:lnTo>
                <a:lnTo>
                  <a:pt x="134732" y="369299"/>
                </a:lnTo>
                <a:lnTo>
                  <a:pt x="155203" y="383642"/>
                </a:lnTo>
                <a:lnTo>
                  <a:pt x="173885" y="397335"/>
                </a:lnTo>
                <a:lnTo>
                  <a:pt x="188174" y="408940"/>
                </a:lnTo>
                <a:lnTo>
                  <a:pt x="197502" y="416017"/>
                </a:lnTo>
                <a:lnTo>
                  <a:pt x="203928" y="420708"/>
                </a:lnTo>
                <a:lnTo>
                  <a:pt x="207859" y="423148"/>
                </a:lnTo>
                <a:lnTo>
                  <a:pt x="210028" y="423663"/>
                </a:lnTo>
              </a:path>
            </a:pathLst>
          </a:custGeom>
          <a:ln w="38100">
            <a:solidFill>
              <a:srgbClr val="75CEF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9192" y="2254276"/>
            <a:ext cx="3997102" cy="394677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071" y="314189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produces two different outputs?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1543" y="1316162"/>
            <a:ext cx="8364885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9071" y="1622237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071" y="314189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produces two different outputs?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873" y="2191152"/>
            <a:ext cx="825793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event that both calls produce </a:t>
            </a:r>
            <a:r>
              <a:rPr lang="en-US" sz="2400" b="1" i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1543" y="1316162"/>
            <a:ext cx="8364885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9071" y="1622237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071" y="314189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produces two different outputs?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873" y="2955310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B_i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the event that both calls produce </a:t>
            </a:r>
            <a:r>
              <a:rPr lang="en-US" sz="2400" dirty="0">
                <a:solidFill>
                  <a:srgbClr val="6EE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873" y="2191152"/>
            <a:ext cx="825793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event that both calls produce </a:t>
            </a:r>
            <a:r>
              <a:rPr lang="en-US" sz="2400" b="1" i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output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543" y="1316162"/>
            <a:ext cx="8364885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9071" y="1622237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071" y="314189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produces two different outputs?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873" y="2955310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B_i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the event that both calls produce </a:t>
            </a:r>
            <a:r>
              <a:rPr lang="en-US" sz="2400" dirty="0">
                <a:solidFill>
                  <a:srgbClr val="6EE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873" y="2191152"/>
            <a:ext cx="825793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event that both calls produce </a:t>
            </a:r>
            <a:r>
              <a:rPr lang="en-US" sz="2400" b="1" i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output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543" y="1316162"/>
            <a:ext cx="8364885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73" y="4019671"/>
            <a:ext cx="1795330" cy="4155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9071" y="1622237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071" y="314189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produces two different outputs?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873" y="2955310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B_i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the event that both calls produce </a:t>
            </a:r>
            <a:r>
              <a:rPr lang="en-US" sz="2400" dirty="0">
                <a:solidFill>
                  <a:srgbClr val="6EE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873" y="2191152"/>
            <a:ext cx="825793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event that both calls produce </a:t>
            </a:r>
            <a:r>
              <a:rPr lang="en-US" sz="2400" b="1" i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output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543" y="1316162"/>
            <a:ext cx="8364885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73" y="4019671"/>
            <a:ext cx="1705240" cy="4155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9071" y="1622237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071" y="314189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produces two different outputs?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873" y="2955310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B_i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the event that both calls produce </a:t>
            </a:r>
            <a:r>
              <a:rPr lang="en-US" sz="2400" dirty="0">
                <a:solidFill>
                  <a:srgbClr val="6EE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873" y="2191152"/>
            <a:ext cx="825793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event that both calls produce </a:t>
            </a:r>
            <a:r>
              <a:rPr lang="en-US" sz="2400" b="1" i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output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543" y="1316162"/>
            <a:ext cx="8364885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73" y="4012957"/>
            <a:ext cx="1315045" cy="4222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9071" y="1622237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071" y="314189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produces two different outputs?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873" y="2955310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B_i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the event that both calls produce </a:t>
            </a:r>
            <a:r>
              <a:rPr lang="en-US" sz="2400" dirty="0">
                <a:solidFill>
                  <a:srgbClr val="6EE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873" y="2191152"/>
            <a:ext cx="825793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event that both calls produce </a:t>
            </a:r>
            <a:r>
              <a:rPr lang="en-US" sz="2400" b="1" i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output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543" y="1316162"/>
            <a:ext cx="8364885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73" y="4012957"/>
            <a:ext cx="1315045" cy="4222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73" y="5037829"/>
            <a:ext cx="4547063" cy="4155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9071" y="1622237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071" y="314189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produces two different outputs?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873" y="2955310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B_i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the event that both calls produce </a:t>
            </a:r>
            <a:r>
              <a:rPr lang="en-US" sz="2400" dirty="0">
                <a:solidFill>
                  <a:srgbClr val="6EE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873" y="2191152"/>
            <a:ext cx="825793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event that both calls produce </a:t>
            </a:r>
            <a:r>
              <a:rPr lang="en-US" sz="2400" b="1" i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output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543" y="1316162"/>
            <a:ext cx="8364885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73" y="4012957"/>
            <a:ext cx="1315045" cy="4222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73" y="5037829"/>
            <a:ext cx="5976078" cy="4155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9071" y="1622237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071" y="314189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produces two different outputs?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873" y="2955310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B_i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the event that both calls produce </a:t>
            </a:r>
            <a:r>
              <a:rPr lang="en-US" sz="2400" dirty="0">
                <a:solidFill>
                  <a:srgbClr val="6EE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873" y="2191152"/>
            <a:ext cx="825793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event that both calls produce </a:t>
            </a:r>
            <a:r>
              <a:rPr lang="en-US" sz="2400" b="1" i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output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543" y="1316162"/>
            <a:ext cx="8364885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73" y="4012957"/>
            <a:ext cx="1315045" cy="4222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73" y="5031115"/>
            <a:ext cx="3599458" cy="4222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9071" y="1622237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071" y="314189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produces two different outputs?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873" y="2955310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B_i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the event that both calls produce </a:t>
            </a:r>
            <a:r>
              <a:rPr lang="en-US" sz="2400" dirty="0">
                <a:solidFill>
                  <a:srgbClr val="6EE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873" y="2191152"/>
            <a:ext cx="825793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event that both calls produce </a:t>
            </a:r>
            <a:r>
              <a:rPr lang="en-US" sz="2400" b="1" i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output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543" y="1316162"/>
            <a:ext cx="8364885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73" y="4012957"/>
            <a:ext cx="1315045" cy="4222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73" y="4979620"/>
            <a:ext cx="1690688" cy="7280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9071" y="1622237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071" y="314189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produces two different outputs?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873" y="2955310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B_i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the event that both calls produce </a:t>
            </a:r>
            <a:r>
              <a:rPr lang="en-US" sz="2400" dirty="0">
                <a:solidFill>
                  <a:srgbClr val="6EE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873" y="2191152"/>
            <a:ext cx="825793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event that both calls produce </a:t>
            </a:r>
            <a:r>
              <a:rPr lang="en-US" sz="2400" b="1" i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output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543" y="1316162"/>
            <a:ext cx="8364885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73" y="4012957"/>
            <a:ext cx="1315045" cy="4222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73" y="4979620"/>
            <a:ext cx="1690688" cy="728067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873" y="6048876"/>
            <a:ext cx="2262584" cy="4298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9071" y="1622237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071" y="314189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produces two different outputs?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873" y="2955310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B_i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the event that both calls produce </a:t>
            </a:r>
            <a:r>
              <a:rPr lang="en-US" sz="2400" dirty="0">
                <a:solidFill>
                  <a:srgbClr val="6EE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873" y="2191152"/>
            <a:ext cx="825793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event that both calls produce </a:t>
            </a:r>
            <a:r>
              <a:rPr lang="en-US" sz="2400" b="1" i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output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543" y="1316162"/>
            <a:ext cx="8364885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73" y="4012957"/>
            <a:ext cx="1315045" cy="4222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73" y="4979620"/>
            <a:ext cx="1690688" cy="728067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873" y="6004922"/>
            <a:ext cx="2334220" cy="7280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9071" y="1622237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071" y="314189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If prompted twice, what is the probability the model produces two different outputs?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873" y="2955310"/>
            <a:ext cx="89713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B_i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the event that both calls produce </a:t>
            </a:r>
            <a:r>
              <a:rPr lang="en-US" sz="2400" dirty="0">
                <a:solidFill>
                  <a:srgbClr val="6EE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873" y="2191152"/>
            <a:ext cx="825793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event that both calls produce </a:t>
            </a:r>
            <a:r>
              <a:rPr lang="en-US" sz="2400" b="1" i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output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543" y="1316162"/>
            <a:ext cx="8364885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73" y="4012957"/>
            <a:ext cx="1315045" cy="4222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73" y="4979620"/>
            <a:ext cx="1690688" cy="728067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873" y="6004922"/>
            <a:ext cx="3196299" cy="7280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9071" y="1622237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1036</Words>
  <Application>Microsoft Office PowerPoint</Application>
  <PresentationFormat>宽屏</PresentationFormat>
  <Paragraphs>243</Paragraphs>
  <Slides>46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2" baseType="lpstr">
      <vt:lpstr>Arial</vt:lpstr>
      <vt:lpstr>Century Gothic</vt:lpstr>
      <vt:lpstr>Comic Sans MS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1 (my copy)</dc:title>
  <dc:subject>PptxGenJS Presentation</dc:subject>
  <dc:creator>PptxGenJS</dc:creator>
  <cp:lastModifiedBy>Guanhua Chen</cp:lastModifiedBy>
  <cp:revision>2</cp:revision>
  <dcterms:created xsi:type="dcterms:W3CDTF">2026-10-15T02:10:07Z</dcterms:created>
  <dcterms:modified xsi:type="dcterms:W3CDTF">2026-10-15T02:11:17Z</dcterms:modified>
</cp:coreProperties>
</file>